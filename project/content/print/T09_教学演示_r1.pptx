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51b4c38184d55" /><Relationship Type="http://schemas.openxmlformats.org/officeDocument/2006/relationships/extended-properties" Target="/docProps/app.xml" Id="Rf071edcbc3194eb7" /><Relationship Type="http://schemas.openxmlformats.org/officeDocument/2006/relationships/officeDocument" Target="/ppt/presentation.xml" Id="R1f9fc0ef36a4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5a4687e0b4f8b"/>
  </p:sldMasterIdLst>
  <p:notesMasterIdLst>
    <p:notesMasterId xmlns:r="http://schemas.openxmlformats.org/officeDocument/2006/relationships" r:id="R917f3dc14fcf45e5"/>
  </p:notesMasterIdLst>
  <p:sldIdLst>
    <p:sldId xmlns:r="http://schemas.openxmlformats.org/officeDocument/2006/relationships" id="256" r:id="R23d3f44251674c32"/>
    <p:sldId xmlns:r="http://schemas.openxmlformats.org/officeDocument/2006/relationships" id="257" r:id="R23eb9d2fe8fd4e97"/>
    <p:sldId xmlns:r="http://schemas.openxmlformats.org/officeDocument/2006/relationships" id="258" r:id="Rc09e8ac366294c58"/>
    <p:sldId xmlns:r="http://schemas.openxmlformats.org/officeDocument/2006/relationships" id="259" r:id="Rd1862a9b65214b47"/>
    <p:sldId xmlns:r="http://schemas.openxmlformats.org/officeDocument/2006/relationships" id="260" r:id="Rbd8555a15aeb4bd6"/>
    <p:sldId xmlns:r="http://schemas.openxmlformats.org/officeDocument/2006/relationships" id="261" r:id="R4f940e7c2d934c0c"/>
    <p:sldId xmlns:r="http://schemas.openxmlformats.org/officeDocument/2006/relationships" id="262" r:id="Rb912ba586f3248a7"/>
    <p:sldId xmlns:r="http://schemas.openxmlformats.org/officeDocument/2006/relationships" id="263" r:id="Ree92d1472ba443fe"/>
    <p:sldId xmlns:r="http://schemas.openxmlformats.org/officeDocument/2006/relationships" id="264" r:id="Rd813d60856e14b76"/>
    <p:sldId xmlns:r="http://schemas.openxmlformats.org/officeDocument/2006/relationships" id="265" r:id="Rc9f93b7e04a4409b"/>
    <p:sldId xmlns:r="http://schemas.openxmlformats.org/officeDocument/2006/relationships" id="266" r:id="Rbe9ecacb9db74378"/>
    <p:sldId xmlns:r="http://schemas.openxmlformats.org/officeDocument/2006/relationships" id="267" r:id="R516fa7bf1f6e4e43"/>
    <p:sldId xmlns:r="http://schemas.openxmlformats.org/officeDocument/2006/relationships" id="268" r:id="R994034b6c9a5410e"/>
    <p:sldId xmlns:r="http://schemas.openxmlformats.org/officeDocument/2006/relationships" id="269" r:id="R3aa5b7a8a5fa4ba8"/>
    <p:sldId xmlns:r="http://schemas.openxmlformats.org/officeDocument/2006/relationships" id="270" r:id="R802f4bd28b2844a1"/>
    <p:sldId xmlns:r="http://schemas.openxmlformats.org/officeDocument/2006/relationships" id="271" r:id="R94031760db264203"/>
    <p:sldId xmlns:r="http://schemas.openxmlformats.org/officeDocument/2006/relationships" id="272" r:id="Rd55ae3060bd04bd2"/>
    <p:sldId xmlns:r="http://schemas.openxmlformats.org/officeDocument/2006/relationships" id="273" r:id="R1446b6e39e9049c0"/>
    <p:sldId xmlns:r="http://schemas.openxmlformats.org/officeDocument/2006/relationships" id="274" r:id="R738505aabf51444b"/>
    <p:sldId xmlns:r="http://schemas.openxmlformats.org/officeDocument/2006/relationships" id="275" r:id="R0cb791ea9a1d46eb"/>
    <p:sldId xmlns:r="http://schemas.openxmlformats.org/officeDocument/2006/relationships" id="276" r:id="R1b9ab45fdf294cca"/>
    <p:sldId xmlns:r="http://schemas.openxmlformats.org/officeDocument/2006/relationships" id="277" r:id="Rcdb93d9f6d4c4f43"/>
    <p:sldId xmlns:r="http://schemas.openxmlformats.org/officeDocument/2006/relationships" id="278" r:id="R5a6662fa30b84cc4"/>
    <p:sldId xmlns:r="http://schemas.openxmlformats.org/officeDocument/2006/relationships" id="279" r:id="Rd01c292a3acb44eb"/>
    <p:sldId xmlns:r="http://schemas.openxmlformats.org/officeDocument/2006/relationships" id="280" r:id="R6c1ac6a3f4544d1f"/>
    <p:sldId xmlns:r="http://schemas.openxmlformats.org/officeDocument/2006/relationships" id="281" r:id="R411a743658894de9"/>
    <p:sldId xmlns:r="http://schemas.openxmlformats.org/officeDocument/2006/relationships" id="282" r:id="Ra4f5b2b8bf234952"/>
    <p:sldId xmlns:r="http://schemas.openxmlformats.org/officeDocument/2006/relationships" id="283" r:id="R5a8f3d61f49c4cb2"/>
    <p:sldId xmlns:r="http://schemas.openxmlformats.org/officeDocument/2006/relationships" id="284" r:id="R66e0fa20e4cc47b4"/>
    <p:sldId xmlns:r="http://schemas.openxmlformats.org/officeDocument/2006/relationships" id="285" r:id="Rcb36742557e34eda"/>
    <p:sldId xmlns:r="http://schemas.openxmlformats.org/officeDocument/2006/relationships" id="286" r:id="R754351f733454150"/>
    <p:sldId xmlns:r="http://schemas.openxmlformats.org/officeDocument/2006/relationships" id="287" r:id="Rb820c5f402c74f99"/>
    <p:sldId xmlns:r="http://schemas.openxmlformats.org/officeDocument/2006/relationships" id="288" r:id="Rfacb6fc748094d85"/>
    <p:sldId xmlns:r="http://schemas.openxmlformats.org/officeDocument/2006/relationships" id="289" r:id="R19f479b414fc43b7"/>
    <p:sldId xmlns:r="http://schemas.openxmlformats.org/officeDocument/2006/relationships" id="290" r:id="R33ab4ab68ea340f3"/>
    <p:sldId xmlns:r="http://schemas.openxmlformats.org/officeDocument/2006/relationships" id="291" r:id="R97798442b95346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a4741d88bf4938" /><Relationship Type="http://schemas.openxmlformats.org/officeDocument/2006/relationships/slideMaster" Target="/ppt/slideMasters/slideMaster1.xml" Id="R2045a4687e0b4f8b" /><Relationship Type="http://schemas.openxmlformats.org/officeDocument/2006/relationships/notesMaster" Target="/ppt/notesMasters/notesMaster1.xml" Id="R917f3dc14fcf45e5" /><Relationship Type="http://schemas.openxmlformats.org/officeDocument/2006/relationships/presProps" Target="/ppt/presProps.xml" Id="R837306cbfd274e82" /><Relationship Type="http://schemas.openxmlformats.org/officeDocument/2006/relationships/tableStyles" Target="/ppt/tableStyles.xml" Id="R6971ea7e7fc04f25" /><Relationship Type="http://schemas.openxmlformats.org/officeDocument/2006/relationships/slide" Target="/ppt/slides/slide1.xml" Id="R23d3f44251674c32" /><Relationship Type="http://schemas.openxmlformats.org/officeDocument/2006/relationships/slide" Target="/ppt/slides/slide2.xml" Id="R23eb9d2fe8fd4e97" /><Relationship Type="http://schemas.openxmlformats.org/officeDocument/2006/relationships/slide" Target="/ppt/slides/slide3.xml" Id="Rc09e8ac366294c58" /><Relationship Type="http://schemas.openxmlformats.org/officeDocument/2006/relationships/slide" Target="/ppt/slides/slide4.xml" Id="Rd1862a9b65214b47" /><Relationship Type="http://schemas.openxmlformats.org/officeDocument/2006/relationships/slide" Target="/ppt/slides/slide5.xml" Id="Rbd8555a15aeb4bd6" /><Relationship Type="http://schemas.openxmlformats.org/officeDocument/2006/relationships/slide" Target="/ppt/slides/slide6.xml" Id="R4f940e7c2d934c0c" /><Relationship Type="http://schemas.openxmlformats.org/officeDocument/2006/relationships/slide" Target="/ppt/slides/slide7.xml" Id="Rb912ba586f3248a7" /><Relationship Type="http://schemas.openxmlformats.org/officeDocument/2006/relationships/slide" Target="/ppt/slides/slide8.xml" Id="Ree92d1472ba443fe" /><Relationship Type="http://schemas.openxmlformats.org/officeDocument/2006/relationships/slide" Target="/ppt/slides/slide9.xml" Id="Rd813d60856e14b76" /><Relationship Type="http://schemas.openxmlformats.org/officeDocument/2006/relationships/slide" Target="/ppt/slides/slide10.xml" Id="Rc9f93b7e04a4409b" /><Relationship Type="http://schemas.openxmlformats.org/officeDocument/2006/relationships/slide" Target="/ppt/slides/slide11.xml" Id="Rbe9ecacb9db74378" /><Relationship Type="http://schemas.openxmlformats.org/officeDocument/2006/relationships/slide" Target="/ppt/slides/slide12.xml" Id="R516fa7bf1f6e4e43" /><Relationship Type="http://schemas.openxmlformats.org/officeDocument/2006/relationships/slide" Target="/ppt/slides/slide13.xml" Id="R994034b6c9a5410e" /><Relationship Type="http://schemas.openxmlformats.org/officeDocument/2006/relationships/slide" Target="/ppt/slides/slide14.xml" Id="R3aa5b7a8a5fa4ba8" /><Relationship Type="http://schemas.openxmlformats.org/officeDocument/2006/relationships/slide" Target="/ppt/slides/slide15.xml" Id="R802f4bd28b2844a1" /><Relationship Type="http://schemas.openxmlformats.org/officeDocument/2006/relationships/slide" Target="/ppt/slides/slide16.xml" Id="R94031760db264203" /><Relationship Type="http://schemas.openxmlformats.org/officeDocument/2006/relationships/slide" Target="/ppt/slides/slide17.xml" Id="Rd55ae3060bd04bd2" /><Relationship Type="http://schemas.openxmlformats.org/officeDocument/2006/relationships/slide" Target="/ppt/slides/slide18.xml" Id="R1446b6e39e9049c0" /><Relationship Type="http://schemas.openxmlformats.org/officeDocument/2006/relationships/slide" Target="/ppt/slides/slide19.xml" Id="R738505aabf51444b" /><Relationship Type="http://schemas.openxmlformats.org/officeDocument/2006/relationships/slide" Target="/ppt/slides/slide20.xml" Id="R0cb791ea9a1d46eb" /><Relationship Type="http://schemas.openxmlformats.org/officeDocument/2006/relationships/slide" Target="/ppt/slides/slide21.xml" Id="R1b9ab45fdf294cca" /><Relationship Type="http://schemas.openxmlformats.org/officeDocument/2006/relationships/slide" Target="/ppt/slides/slide22.xml" Id="Rcdb93d9f6d4c4f43" /><Relationship Type="http://schemas.openxmlformats.org/officeDocument/2006/relationships/slide" Target="/ppt/slides/slide23.xml" Id="R5a6662fa30b84cc4" /><Relationship Type="http://schemas.openxmlformats.org/officeDocument/2006/relationships/slide" Target="/ppt/slides/slide24.xml" Id="Rd01c292a3acb44eb" /><Relationship Type="http://schemas.openxmlformats.org/officeDocument/2006/relationships/slide" Target="/ppt/slides/slide25.xml" Id="R6c1ac6a3f4544d1f" /><Relationship Type="http://schemas.openxmlformats.org/officeDocument/2006/relationships/slide" Target="/ppt/slides/slide26.xml" Id="R411a743658894de9" /><Relationship Type="http://schemas.openxmlformats.org/officeDocument/2006/relationships/slide" Target="/ppt/slides/slide27.xml" Id="Ra4f5b2b8bf234952" /><Relationship Type="http://schemas.openxmlformats.org/officeDocument/2006/relationships/slide" Target="/ppt/slides/slide28.xml" Id="R5a8f3d61f49c4cb2" /><Relationship Type="http://schemas.openxmlformats.org/officeDocument/2006/relationships/slide" Target="/ppt/slides/slide29.xml" Id="R66e0fa20e4cc47b4" /><Relationship Type="http://schemas.openxmlformats.org/officeDocument/2006/relationships/slide" Target="/ppt/slides/slide30.xml" Id="Rcb36742557e34eda" /><Relationship Type="http://schemas.openxmlformats.org/officeDocument/2006/relationships/slide" Target="/ppt/slides/slide31.xml" Id="R754351f733454150" /><Relationship Type="http://schemas.openxmlformats.org/officeDocument/2006/relationships/slide" Target="/ppt/slides/slide32.xml" Id="Rb820c5f402c74f99" /><Relationship Type="http://schemas.openxmlformats.org/officeDocument/2006/relationships/slide" Target="/ppt/slides/slide33.xml" Id="Rfacb6fc748094d85" /><Relationship Type="http://schemas.openxmlformats.org/officeDocument/2006/relationships/slide" Target="/ppt/slides/slide34.xml" Id="R19f479b414fc43b7" /><Relationship Type="http://schemas.openxmlformats.org/officeDocument/2006/relationships/slide" Target="/ppt/slides/slide35.xml" Id="R33ab4ab68ea340f3" /><Relationship Type="http://schemas.openxmlformats.org/officeDocument/2006/relationships/slide" Target="/ppt/slides/slide36.xml" Id="R97798442b953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5d514b53d44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3743b3f6e4ca8" /><Relationship Type="http://schemas.openxmlformats.org/officeDocument/2006/relationships/notesMaster" Target="/ppt/notesMasters/notesMaster1.xml" Id="R025fb53c793743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dbc4611c948a4" /><Relationship Type="http://schemas.openxmlformats.org/officeDocument/2006/relationships/notesMaster" Target="/ppt/notesMasters/notesMaster1.xml" Id="R552da36f59064a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eba87627904c27" /><Relationship Type="http://schemas.openxmlformats.org/officeDocument/2006/relationships/notesMaster" Target="/ppt/notesMasters/notesMaster1.xml" Id="R7376d542e04347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9b7256a9c04620" /><Relationship Type="http://schemas.openxmlformats.org/officeDocument/2006/relationships/notesMaster" Target="/ppt/notesMasters/notesMaster1.xml" Id="Rdb49ad6435cb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b2b12ef514de7" /><Relationship Type="http://schemas.openxmlformats.org/officeDocument/2006/relationships/notesMaster" Target="/ppt/notesMasters/notesMaster1.xml" Id="R9b3578ba47694d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6a1885cf0544ca" /><Relationship Type="http://schemas.openxmlformats.org/officeDocument/2006/relationships/notesMaster" Target="/ppt/notesMasters/notesMaster1.xml" Id="R6e5c9afea6fb40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cd55db9e8544bd" /><Relationship Type="http://schemas.openxmlformats.org/officeDocument/2006/relationships/notesMaster" Target="/ppt/notesMasters/notesMaster1.xml" Id="R281120fa354a46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e21140f3db4e1f" /><Relationship Type="http://schemas.openxmlformats.org/officeDocument/2006/relationships/notesMaster" Target="/ppt/notesMasters/notesMaster1.xml" Id="R11a81b75ef454e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3abefdde534570" /><Relationship Type="http://schemas.openxmlformats.org/officeDocument/2006/relationships/notesMaster" Target="/ppt/notesMasters/notesMaster1.xml" Id="Rea57d783aaea4a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9a2e20fd194718" /><Relationship Type="http://schemas.openxmlformats.org/officeDocument/2006/relationships/notesMaster" Target="/ppt/notesMasters/notesMaster1.xml" Id="R9fb05b15b42f45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ae0c2451eb4a00" /><Relationship Type="http://schemas.openxmlformats.org/officeDocument/2006/relationships/notesMaster" Target="/ppt/notesMasters/notesMaster1.xml" Id="Rf9c61316fa6643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ad30e7c8884e84" /><Relationship Type="http://schemas.openxmlformats.org/officeDocument/2006/relationships/notesMaster" Target="/ppt/notesMasters/notesMaster1.xml" Id="Rfcc87b89f12d40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4d47078c2b4e7e" /><Relationship Type="http://schemas.openxmlformats.org/officeDocument/2006/relationships/notesMaster" Target="/ppt/notesMasters/notesMaster1.xml" Id="R5b864b0d422b46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eb7a4c3b494006" /><Relationship Type="http://schemas.openxmlformats.org/officeDocument/2006/relationships/notesMaster" Target="/ppt/notesMasters/notesMaster1.xml" Id="Rf7e0ab1331af40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c851c060cc42d9" /><Relationship Type="http://schemas.openxmlformats.org/officeDocument/2006/relationships/notesMaster" Target="/ppt/notesMasters/notesMaster1.xml" Id="R1de0af7385084a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28278724ce48f4" /><Relationship Type="http://schemas.openxmlformats.org/officeDocument/2006/relationships/notesMaster" Target="/ppt/notesMasters/notesMaster1.xml" Id="R8e202631ad6549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f55c9960034216" /><Relationship Type="http://schemas.openxmlformats.org/officeDocument/2006/relationships/notesMaster" Target="/ppt/notesMasters/notesMaster1.xml" Id="R2bfb0806a6e543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d526e06a5a4fc4" /><Relationship Type="http://schemas.openxmlformats.org/officeDocument/2006/relationships/notesMaster" Target="/ppt/notesMasters/notesMaster1.xml" Id="Rab10256e458a40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f4eaf21c3c4bf1" /><Relationship Type="http://schemas.openxmlformats.org/officeDocument/2006/relationships/notesMaster" Target="/ppt/notesMasters/notesMaster1.xml" Id="Rd4a3ef9bad0c4e5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d6b4ad80b245b9" /><Relationship Type="http://schemas.openxmlformats.org/officeDocument/2006/relationships/notesMaster" Target="/ppt/notesMasters/notesMaster1.xml" Id="Rb15aa47b939745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e9908c12754ad1" /><Relationship Type="http://schemas.openxmlformats.org/officeDocument/2006/relationships/notesMaster" Target="/ppt/notesMasters/notesMaster1.xml" Id="Rb6d5ca22689c45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2353415e5c4d2b" /><Relationship Type="http://schemas.openxmlformats.org/officeDocument/2006/relationships/notesMaster" Target="/ppt/notesMasters/notesMaster1.xml" Id="Rdc818ebbf78d47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730e5e4e214b01" /><Relationship Type="http://schemas.openxmlformats.org/officeDocument/2006/relationships/notesMaster" Target="/ppt/notesMasters/notesMaster1.xml" Id="R42d3de5491864b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40dbe1d77140fc" /><Relationship Type="http://schemas.openxmlformats.org/officeDocument/2006/relationships/notesMaster" Target="/ppt/notesMasters/notesMaster1.xml" Id="Rede3865d523549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e2ec7244b794ddc" /><Relationship Type="http://schemas.openxmlformats.org/officeDocument/2006/relationships/notesMaster" Target="/ppt/notesMasters/notesMaster1.xml" Id="R801119f84f2e44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0b65efb992848b8" /><Relationship Type="http://schemas.openxmlformats.org/officeDocument/2006/relationships/notesMaster" Target="/ppt/notesMasters/notesMaster1.xml" Id="Rb40917d407ff441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6f84c325064378" /><Relationship Type="http://schemas.openxmlformats.org/officeDocument/2006/relationships/notesMaster" Target="/ppt/notesMasters/notesMaster1.xml" Id="R378a185d719f4b8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fba69ccb734cad" /><Relationship Type="http://schemas.openxmlformats.org/officeDocument/2006/relationships/notesMaster" Target="/ppt/notesMasters/notesMaster1.xml" Id="R3a80138b26814c9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e91fe45560469b" /><Relationship Type="http://schemas.openxmlformats.org/officeDocument/2006/relationships/notesMaster" Target="/ppt/notesMasters/notesMaster1.xml" Id="R35f04940aba143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18c5407d1f74d26" /><Relationship Type="http://schemas.openxmlformats.org/officeDocument/2006/relationships/notesMaster" Target="/ppt/notesMasters/notesMaster1.xml" Id="Rfc293c20bd064c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3e762cfc84a4b24" /><Relationship Type="http://schemas.openxmlformats.org/officeDocument/2006/relationships/notesMaster" Target="/ppt/notesMasters/notesMaster1.xml" Id="R8fc573370aa440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a512ef08a124231" /><Relationship Type="http://schemas.openxmlformats.org/officeDocument/2006/relationships/notesMaster" Target="/ppt/notesMasters/notesMaster1.xml" Id="R0e4aedd10d5041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8fca3370cb44e6" /><Relationship Type="http://schemas.openxmlformats.org/officeDocument/2006/relationships/notesMaster" Target="/ppt/notesMasters/notesMaster1.xml" Id="Rd02c809f07e74bd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002cd7482e84551" /><Relationship Type="http://schemas.openxmlformats.org/officeDocument/2006/relationships/notesMaster" Target="/ppt/notesMasters/notesMaster1.xml" Id="R4781e5f094eb406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b93ec7f17a488b" /><Relationship Type="http://schemas.openxmlformats.org/officeDocument/2006/relationships/notesMaster" Target="/ppt/notesMasters/notesMaster1.xml" Id="R31423deca13d472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e9a46c755845f8" /><Relationship Type="http://schemas.openxmlformats.org/officeDocument/2006/relationships/notesMaster" Target="/ppt/notesMasters/notesMaster1.xml" Id="R56cb412f84a94c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9×9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问题：数出标记黑棋整块的全部气（liberties）。只回答，不落子。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成功标准：数字准确；不判断活死。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答案与解释：气为 E6 D5 F5 E4，共 4 口。斜角有空位，但不沿棋盘线与 E5 相邻。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沿线找上下左右相邻的空点。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先找完整连通块，排除白子和斜角。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把重复出现的同一空点合并后再数。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常见错误：把斜角、己子或重复空点算入气。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同伴讨论：把四条方向逐一指给同伴。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E5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问题：选出标记黑棋整块的全部气（liberties）。只回答，不落子。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成功标准：点集合与全部气完全一致，无遗漏无多选；不判断活死。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答案与解释：气为 B5 A4，共 2 口。A5 已在完整棋盘角上；上方和左方没有交叉点。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沿线找上下左右相邻的空点。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先找完整连通块，排除白子和斜角。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把重复出现的同一空点合并后再数。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常见错误：把斜角、己子或重复空点算入气。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同伴讨论：若移到 A4，气的数量怎样改变？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问题：数出标记黑棋整块的全部气（liberties）。只回答，不落子。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成功标准：数字准确；不判断活死。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答案与解释：气为 B4 C4 A3 D3 B2 C2，共 6 口。两颗相连黑子互相占据的点不是气。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沿线找上下左右相邻的空点。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先找完整连通块，排除白子和斜角。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把重复出现的同一空点合并后再数。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常见错误：把斜角、己子或重复空点算入气。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同伴讨论：为什么不能把两个单子的四气直接相加？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B3；B 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问题：选出标记黑棋整块的全部气（liberties）。只回答，不落子。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成功标准：点集合与全部气完全一致，无遗漏无多选；不判断活死。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答案与解释：气为 B5 A4 C4 A3 D3 B2 C2，共 7 口。C4 同时邻接 B4、C3，但同一个空点只计一次。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沿线找上下左右相邻的空点。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先找完整连通块，排除白子和斜角。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把重复出现的同一空点合并后再数。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常见错误：把斜角、己子或重复空点算入气。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同伴讨论：让一人数方向，另一人检查是否重复。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B4；B B3；B 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9×9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问题：数出标记黑棋整块的全部气（liberties）。只回答，不落子。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成功标准：数字准确；不判断活死。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答案与解释：气为 E6 F5 C4 F4 D3 E3，共 6 口。C5、D6 已有白子，不能作为气；方块内部的棋子也不是空点。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沿线找上下左右相邻的空点。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先找完整连通块，排除白子和斜角。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把重复出现的同一空点合并后再数。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常见错误：把斜角、己子或重复空点算入气。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同伴讨论：若白下 E6，全块会少几口气？为什么？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D5；B E5；B D4；B E4；W C5；W D6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问题：黑先。本手提掉全部标记白子（capture）；成功后立即结束本题。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成功标准：本手全部标记白子消失，不以面积或后续胜负判定。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答案与解释：D3 是 C3 白子的唯一气。黑 D3 后整颗白子被提走。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变化：D3。D3 是 C3 白子的唯一气。黑 D3 后整颗白子被提走。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变化：D4 → D3。黑 D4 未填最后一气；白 D3 后目标扩展并获得新气。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D4 未填最后一气；白 D3 后目标扩展并获得新气。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同伴讨论：先预测提子数，再由同伴实际移走整块核对。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C4；B B3；B C2；W 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问题：黑先。本手提掉全部标记白子（capture）；成功后立即结束本题。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成功标准：本手全部标记白子消失，不以面积或后续胜负判定。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答案与解释：B5、C5 是同一块，唯一气是 D5。黑 D5 一手提掉两颗。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变化：D5。B5、C5 是同一块，唯一气是 D5。黑 D5 一手提掉两颗。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变化：D4 → D5。黑 D4 没填 D5；白 D5 连接后可向 E5 等点延伸。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D4 没填 D5；白 D5 连接后可向 E5 等点延伸。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同伴讨论：先预测提子数，再由同伴实际移走整块核对。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B4；B C4；W B5；W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问题：黑先。本手提掉全部标记白子（capture）；成功后立即结束本题。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成功标准：本手全部标记白子消失，不以面积或后续胜负判定。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答案与解释：完整棋盘左边没有盘外一气。黑 A2 填最后一气，提走 A3。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变化：A2。完整棋盘左边没有盘外一气。黑 A2 填最后一气，提走 A3。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变化：C3 → A2。黑 C3 没有提到目标；白 A2 延伸，获得 A1、B2 等气。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C3 没有提到目标；白 A2 延伸，获得 A1、B2 等气。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同伴讨论：先预测提子数，再由同伴实际移走整块核对。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A4；B B3；W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问题：黑先。本手提掉全部标记白子（capture）；成功后立即结束本题。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成功标准：本手全部标记白子消失，不以面积或后续胜负判定。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答案与解释：B3 与 D3 是两块，但共同只剩 C3。黑 C3 同时提走两块。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变化：C3。B3 与 D3 是两块，但共同只剩 C3。黑 C3 同时提走两块。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变化：C4 → C3。黑 C4 不是最后一气；白 C3 将两块接成一块并有 C2 一气。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C4 不是最后一气；白 C3 将两块接成一块并有 C2 一气。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同伴讨论：先预测提子数，再由同伴实际移走整块核对。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A3；B B4；B B2；B E3；B D4；B D2；W B3；W D3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问题：黑先。本手提掉全部标记白子（capture）；成功后立即结束本题。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成功标准：本手全部标记白子消失，不以面积或后续胜负判定。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答案与解释：四块白子各只剩 C3。黑 C3 先提掉四颗，随后获得四口气，因此合法。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变化：C3。四块白子各只剩 C3。黑 C3 先提掉四颗，随后获得四口气，因此合法。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变化：A1 → A4。黑 A1 本手未提目标；白 A4 是合法的外侧施压，不能把未完成即时目标说成成功。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A1 本手未提目标；白 A4 是合法的外侧施压，不能把未完成即时目标说成成功。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同伴讨论：先预测提子数，再由同伴实际移走整块核对。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C5；B B4；B D4；B A3；B B2；B E3；B D2；B C1；W C4；W B3；W D3；W C2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问题：黑先。本手把两个标记目标连接（connection）为一块。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成功标准：本手两目标仍在盘上且属于同一连通块。 不要求保证永久活棋。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 C3 与 B3、D3 正交相邻，三子成为一块。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变化：C3。黑 C3 与 B3、D3 正交相邻，三子成为一块。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变化：C2 → C3。黑 C2 与两目标都不直接相邻；白 C3 占住连接点。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C2 与两目标都不直接相邻；白 C3 占住连接点。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同伴讨论：下一手对方可以在哪里施压？连接与永远安全有什么差别？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B3；B D3；W C4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问题：黑先。本手把两个标记目标连接（connection）为一块。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成功标准：本手两目标仍在盘上且属于同一连通块。 不要求保证永久活棋。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 C4 或 B3 都同时邻接两目标，因此两手均接受。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变化：C4。黑 C4 或 B3 都同时邻接两目标，因此两手均接受。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变化：B3。黑 C4 或 B3 都同时邻接两目标，因此两手均接受。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变化：A4 → B3。黑 A4 只接上 B4；白 B3 占住一种接法，C4 仍可连接，不能据此断言永远断开。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A4 只接上 B4；白 B3 占住一种接法，C4 仍可连接，不能据此断言永远断开。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同伴讨论：下一手对方可以在哪里施压？连接与永远安全有什么差别？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B4；B C3；W 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问题：黑先。本手救出被打吃（atari）的目标，使其至少有两口气。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成功标准：本手目标仍在，所在块至少有两口气。 不要求保证永久活棋。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答案与解释：目标原仅 C2 一气。黑 C2 后整块有 B2、D2、C1 三口气，已解除当前打吃。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变化：C2。目标原仅 C2 一气。黑 C2 后整块有 B2、D2、C1 三口气，已解除当前打吃。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变化：A1 → C2。黑 A1 离开目标，白 C2 可立即提掉 C3。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A1 离开目标，白 C2 可立即提掉 C3。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同伴讨论：下一手对方可以在哪里施压？连接与永远安全有什么差别？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C3；W B3；W C4；W D3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问题：黑先。本手把两个标记目标连接（connection）为一块。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成功标准：本手两目标仍在盘上且属于同一连通块。 不要求保证永久活棋。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 C5 把两边的黑子接为一块，剩 A5、E5、C4 三口气。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变化：C5。黑 C5 把两边的黑子接为一块，剩 A5、E5、C4 三口气。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变化：A4 → C5。黑 A4 没有接通两目标；白 C5 可合法占住桥点。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A4 没有接通两目标；白 C5 可合法占住桥点。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同伴讨论：下一手对方可以在哪里施压？连接与永远安全有什么差别？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B5；B D5；W B4；W 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问题：黑先。本手把两个标记目标连接（connection）为一块。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成功标准：本手两目标仍在盘上且属于同一连通块。 不要求保证永久活棋。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答案与解释：A3 仅 A2 一气。黑 A2 同时连接 B2，整块有 A1、B1、C2 三口气。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变化：A2。A3 仅 A2 一气。黑 A2 同时连接 B2，整块有 A1、B1、C2 三口气。 这只证明本题即时目标，不证明永久活棋。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变化：C2 → A2。黑 C2 虽加厚 B2，却没有救 A3；白 A2 立即提走 A3。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C2 虽加厚 B2，却没有救 A3；白 A2 立即提走 A3。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同伴讨论：下一手对方可以在哪里施压？连接与永远安全有什么差别？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A3；B B2；W A4；W B3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白方轮次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问题：白方轮次。标出黑棋两个独立真眼（true eyes）的空点。只选点，不落子。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成功标准：恰好选择 B4、D4；理解证明适用于黑不自毁眼形。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答案与解释：B4、D4 各自是独立单点空区，全部邻点属于同一个黑连通块。白先填任一眼，黑块仍有另一眼，不能被提；白新子无气，故自杀禁止。外部落子不能把已有黑子拆开。黑不主动填自己的眼时，白无法开始合法的最后提子。这是充分结构论证，不把两眼说成所有活棋的必要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两个空点是否彼此相通？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检查每个空点的所有正交邻点属于哪一块。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白若先填一眼，黑块是否仍保有另一眼？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常见错误：把两个相连空点算两眼，或忽略眼壁属于不同、可被提的棋块。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同伴讨论：试解释“假设第一次提掉这块黑棋”为什么会矛盾。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B5；B C5；B D5；B E5；B A4；B C4；B E4；B A3；B B3；B C3；B D3；B E3；W A2；W B2；W C2；W D2；W E2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白方轮次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问题：白先。本手提掉标记的三颗黑子，说明 C3 为什么是假眼（false eye）。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成功标准：白本手提掉三颗标记黑子；只证伪这个眼，不判断其他黑棋的全盘死活。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答案与解释：白 C3 同时提掉 C4、B3、D3 三块，因而获得气。三块眼壁原来各只剩 C3；空点看似被黑包住，却可合法吃进。与 LIFE-001 的同块两眼结构不同。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变化：C3。白 C3 同时提掉 C4、B3、D3 三块，因而获得气。三块眼壁原来各只剩 C3；空点看似被黑包住，却可合法吃进。与 LIFE-001 的同块两眼结构不同。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变化：A1 → C1。白 A1 没提掉目标；黑 C1 可延长下方黑块，但没有让上方三个目标从最初就成为真眼。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常见错误：白 A1 没提掉目标；黑 C1 可延长下方黑块，但没有让上方三个目标从最初就成为真眼。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同伴讨论：比较 LIFE-001：仅看围住空点的颜色，漏掉了什么？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C4；B B3；B D3；B C2；W B4；W D4；W B2；W D2；W C5；W A3；W 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问题：黑先。在 A5、B5、C5 的空间内，本手做出两个独立单点真眼。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成功标准：本手产生两个被同一黑块包围的独立单点空区。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 B5 接上 B4，把空间分为 A5、C5 两个单点眼。每个眼的邻接黑子都在同一块，另一眼使白不能合法吃进，黑不自填眼即可保有此两眼结构。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变化：B5。黑 B5 接上 B4，把空间分为 A5、C5 两个单点眼。每个眼的邻接黑子都在同一块，另一眼使白不能合法吃进，黑不自填眼即可保有此两眼结构。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变化：A5 → B5 → C5 → B5。黑 A5 后剩 B5、C5 相连，仍只有一个空间。白 B5，黑 C5 提白，白再 B5 可提掉原黑块；末手与之前布局不同，不是劫。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A5 后剩 B5、C5 相连，仍只有一个空间。白 B5，黑 C5 提白，白再 B5 可提掉原黑块；末手与之前布局不同，不是劫。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同伴讨论：为什么中点与端点虽然都在内部，结果却不同？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D5；B A4；B B4；B C4；B D4；W E5；W E4；W A3；W B3；W C3；W D3；W 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问题：黑先。在 A5–D5 的空间内，本手分出两个独立眼区。较大眼区可有两点。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成功标准：本手在指定空间形成大小 1 与 2 的两个空区，所有边界棋子同属目标黑块。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 B5 或 C5 均把四点直线分为单点眼与两点眼区。以 B5 为例，白 C5 后黑 D5 提白；白 D5 后黑 C5 提白。单点眼保住黑块，及时提掉侵入子可保持另一眼区。C5 首手完全对称。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变化：B5。黑 B5 或 C5 均把四点直线分为单点眼与两点眼区。以 B5 为例，白 C5 后黑 D5 提白；白 D5 后黑 C5 提白。单点眼保住黑块，及时提掉侵入子可保持另一眼区。C5 首手完全对称。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变化：C5。黑 B5 或 C5 均把四点直线分为单点眼与两点眼区。以 B5 为例，白 C5 后黑 D5 提白；白 D5 后黑 C5 提白。单点眼保住黑块，及时提掉侵入子可保持另一眼区。C5 首手完全对称。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变化：A5 → C5。黑 A5 后剩 B5–D5 一个连通空间，本手没有分眼；白 C5 抢占中点。此变化不作全盘死亡证明。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常见错误：黑 A5 后剩 B5–D5 一个连通空间，本手没有分眼；白 C5 抢占中点。此变化不作全盘死亡证明。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同伴讨论：对手从较大眼的另一端进入，你能交换应对点吗？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补充变化：黑B5 → 白C5 → 黑D5。提掉侵入的单颗白子，单点眼仍在。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补充变化：黑B5 → 白D5 → 黑C5。提掉侵入的单颗白子，单点眼仍在。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补充变化：黑C5 → 白A5 → 黑B5。提掉侵入的单颗白子，单点眼仍在。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补充变化：黑C5 → 白B5 → 黑A5。提掉侵入的单颗白子，单点眼仍在。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E5；B A4；B B4；B C4；B D4；B E4；W A3；W B3；W C3；W D3；W 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LIFE-005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白方轮次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问题：白先。在最多三手（白、黑、白）内提掉标记黑块。B5、C5 是一个相连空间。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成功标准：无论合法黑回应为何，白在第三手或之前使全部原目标黑子消失。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答案与解释：白 B5 或 C5 均可。若黑占另一空点提白，白回到原点提掉整块；若黑下别处或停手，白占另一空点直接提掉目标。两点并非两个独立真眼。验证遍历本完整 5×5 的所有合法黑回应，终止于目标消失或三手界限；不是通用死活求解器。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变化：B5 → C5 → B5。白 B5，黑 C5 提白后，白 B5 提掉原目标块；这两个 B5 后的完整布局不同。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变化：C5 → B5 → C5。对称变化：白 C5，黑 B5 提白后，白 C5 提掉原目标块。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先检查目标块的全部气。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比较候选点落下后，哪些棋子连接或被提走。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在完整棋盘上重放一手，再按成功标准核对。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常见错误：只数两个空点就宣布活棋，或把每次回提都当作劫。这里回提后的整盘黑子数不同，布局不会相同。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同伴讨论：把“黑提一颗白子”和“白随后提掉整块”逐步摆出，比较两个完整棋盘。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D5；B A4；B B4；B C4；B D4；W E5；W E4；W A3；W B3；W C3；W D3；W 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问题：黑方的面积是多少？按给定教学假设计算。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成功标准：数字为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13 + 白围空 2 + 贴目 0 = 15。中立 0 点不归双方。盘面核对：活子与三类空点合计 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先读题干的死子、中立点与贴目约定。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分别数活子和围住的空点；中立点留空。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核对是否多加了提子账本，或漏了白方贴目。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A3；W B3；W C3；W D3；W E3；W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问题：把所有空点标为黑围空、白围空或中立（neutral）。按给定教学假设回答。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成功标准：恰好标记全部 9 个空点，所属方全部正确。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8 + 白围空 2 + 贴目 0 = 10。中立 5 点不归双方。盘面核对：活子与三类空点合计 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先读题干的死子、中立点与贴目约定。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分别数活子和围住的空点；中立点留空。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核对是否多加了提子账本，或漏了白方贴目。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中间整行混合接触黑白边界，按本教学约定保留为中立区；这是计分假设，并不主张实战已经收完。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问题：按“C5 白子已被双方同意为死子”的教学假设，移除后黑方面积是多少？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成功标准：数字为 15；理解死子移除与真实落子演示是两种不同操作。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11 + 黑围空 4 = 15。白活子 8 + 白围空 2 + 贴目 0 = 10。中立 0 点不归双方。盘面核对：活子与三类空点合计 25。 C5 移除后是黑方围空之一，不作为提子另加分。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先读题干的死子、中立点与贴目约定。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分别数活子和围住的空点；中立点留空。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核对是否多加了提子账本，或漏了白方贴目。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教学假设双方已同意 C5 白子为死子，移除其完整一子块。此处不伪造真实双方确认。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可实际演示黑 C4 提掉 C5；该演示是新教学起点的合法变化。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B5；B D5；B A4；B B4；B D4；B E4；B A3；B B3；B C3；B D3；B E3；W A2；W B2；W C2；W D2；W E2；W A1；W C1；W E1；W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问题：本例开局贴目（komi）为 0.5，白方总分是多少？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成功标准：数字为 10.5；只在白方加开局贴目。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8 + 白围空 2 + 贴目 0.5 = 10.5。中立 5 点不归双方。盘面核对：活子与三类空点合计 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先读题干的死子、中立点与贴目约定。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分别数活子和围住的空点；中立点留空。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核对是否多加了提子账本，或漏了白方贴目。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主算例开局贴目为 0.5。另开教学情境比较 0 与 2.5，不在已开始的同一局中途改贴目。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中间整行按教学约定保留中立；0、0.5、2.5 都只是教学参数，不是官方小棋盘标准。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问题：反事实提子账本写着黑提 12、白提 1。按面积计分（area scoring），哪种说法正确？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成功标准：只选 area，并能指出活子加围空的公式。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13 + 白围空 2 + 贴目 0 = 15。中立 0 点不归双方。盘面核对：活子与三类空点合计 25。 提子账本 B=12、W=1 不参与公式，白仍多 5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先读题干的死子、中立点与贴目约定。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分别数活子和围住的空点；中立点留空。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核对是否多加了提子账本，或漏了白方贴目。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B=12、W=1 只是反事实比较用的提子账本标签，不是重建或声称存在这样的历史棋谱。把标签换成 B=0、W=0，面积计算仍相同。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A3；W B3；W C3；W D3；W E3；W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9×9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问题：黑先，比较 E5 连接与 C3 向空处发展。提出自己的选择和对方回应，不要求最佳手。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成功标准：同伴观察到有依据、有回应、有倾听的讨论即可；不自动判文本对错。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答案与解释：候选只是讨论起点，不列唯一最佳手。反馈关注依据、回应与倾听；有新候选也按同一量规讨论。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候选：E5 立即把两子连通；白 E4 从下方接近。取舍是连接稳妥，但黑暂未在左下扩展。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候选：C3 在左下留下据点；白 E5 占住两黑子间的点。取舍是空间与连接需求。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先任选一个候选，说出它立即改变什么。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替对手找一个合法回应，不只看自己。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比较得到了什么、放弃了什么，再听同伴的理由。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常见错误：把作者示例当唯一答案，或用输赢给个人价值打分。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同伴讨论：请先准确复述同伴的选择理由，再说明你是否改变想法。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开放量规：能引用具体坐标、气或连接关系说明自己的目标。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开放量规：能提出至少一个合法对方回应，并说明选择的代价。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开放量规：能复述同伴的一项依据，说明自己保留或调整想法的原因。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D5；B F5；W E6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9×9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问题：黑先，比较 A4 救出 A5 与 E5 改变发展方向。允许选择放弃一子，但须说清代价。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成功标准：同伴观察到有依据、有回应、有倾听的讨论即可；不自动判文本对错。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答案与解释：候选只是讨论起点，不列唯一最佳手。反馈关注依据、回应与倾听；有新候选也按同一量规讨论。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候选：A4 使 A5 延伸到两气以上；白 B4 继续施压。取舍是保留目标但局部仍需注意。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候选：E5 向中心发展；白 A4 提掉 A5。取舍是接受明确的一子损失，不可称它也救了目标。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先任选一个候选，说出它立即改变什么。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替对手找一个合法回应，不只看自己。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比较得到了什么、放弃了什么，再听同伴的理由。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常见错误：把作者示例当唯一答案，或用输赢给个人价值打分。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同伴讨论：请先准确复述同伴的选择理由，再说明你是否改变想法。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开放量规：能引用具体坐标、气或连接关系说明自己的目标。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开放量规：能提出至少一个合法对方回应，并说明选择的代价。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开放量规：能复述同伴的一项依据，说明自己保留或调整想法的原因。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F4；W A6；W B5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13×13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问题：黑先，在完整 13×13 比较 D6 与 K4。分别说明与已有棋子的距离、目标和白方回应。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成功标准：同伴观察到有依据、有回应、有倾听的讨论即可；不自动判文本对错。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答案与解释：候选只是讨论起点，不列唯一最佳手。反馈关注依据、回应与倾听；有新候选也按同一量规讨论。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候选：D6 靠近 D4，但隔着 D5，尚未正交连成一块；白 E6 可以接近。取舍是局部协作与覆盖范围。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候选：K4 在右下发展；白 J4 可接近。取舍是更分散，左侧黑子暂未得到直接连接。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先任选一个候选，说出它立即改变什么。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替对手找一个合法回应，不只看自己。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比较得到了什么、放弃了什么，再听同伴的理由。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常见错误：把作者示例当唯一答案，或用输赢给个人价值打分。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同伴讨论：请先准确复述同伴的选择理由，再说明你是否改变想法。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开放量规：能引用具体坐标、气或连接关系说明自己的目标。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开放量规：能提出至少一个合法对方回应，并说明选择的代价。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开放量规：能复述同伴的一项依据，说明自己保留或调整想法的原因。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D4；B K10；W D10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9×9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问题：黑先，比较 D5 提掉 C5 白子与 G5 连接 F5、H5。先预测双方一手，再交流取舍。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成功标准：同伴观察到有依据、有回应、有倾听的讨论即可；不自动判文本对错。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答案与解释：候选只是讨论起点，不列唯一最佳手。反馈关注依据、回应与倾听；有新候选也按同一量规讨论。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候选：D5 立即提掉 C5 白子；白 G5 可占黑棋连接点。取舍是局部收益与另一处连接。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候选：G5 先连接右方两子；白 D5 救出 C5。取舍是放过本来的一手提子机会。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先任选一个候选，说出它立即改变什么。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替对手找一个合法回应，不只看自己。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比较得到了什么、放弃了什么，再听同伴的理由。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常见错误：把作者示例当唯一答案，或用输赢给个人价值打分。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同伴讨论：请先准确复述同伴的选择理由，再说明你是否改变想法。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开放量规：能引用具体坐标、气或连接关系说明自己的目标。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开放量规：能提出至少一个合法对方回应，并说明选择的代价。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开放量规：能复述同伴的一项依据，说明自己保留或调整想法的原因。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C6；B B5；B C4；B F5；B H5；W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9×9 棋盘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问题：黑方轮次，局面尚未结束。比较 D5 实际提子与停一手。怎样与同伴核对争议？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成功标准：同伴观察到有依据、有回应、有倾听的讨论即可；不自动判文本对错。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答案与解释：候选只是讨论起点，不列唯一最佳手。反馈关注依据、回应与倾听；有新候选也按同一量规讨论。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候选：黑 D5 实际提掉 C5，白 E5 可继续下。此局仍有大片未定空间，不把这一提当全局结束。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候选：黑停一手后白 D5 可以延伸救子。停手本身合法，但没有解决目标状态，更没有自动移除白子。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先任选一个候选，说出它立即改变什么。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替对手找一个合法回应，不只看自己。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比较得到了什么、放弃了什么，再听同伴的理由。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常见错误：把作者示例当唯一答案，或用输赢给个人价值打分。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同伴讨论：请先准确复述同伴的选择理由，再说明你是否改变想法。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开放量规：能引用具体坐标、气或连接关系说明自己的目标。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开放量规：能提出至少一个合法对方回应，并说明选择的代价。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开放量规：能复述同伴的一项依据，说明自己保留或调整想法的原因。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C6；B B5；B C4；W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END-001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问题：根据给定教学假设，逐项核对双方活子、围空、中立点与贴目。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成功标准：逐项计算并说明结论依据。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13 + 白围空 2 + 贴目 0 = 15。中立 0 点不归双方。盘面核对：活子与三类空点合计 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先读本例终局状态与假设。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按整块核对死子与空区的完整边界。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最后才代入面积公式；未完反例保留空答案。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逐点明细：{"blackStones":8,"whiteStones":13,"blackTerritory":[{"row":0,"col":1},{"row":0,"col":3}],"whiteTerritory":[{"row":4,"col":1},{"row":4,"col":3}],"neutralPoints":[],"komi":0,"blackTotal":10,"whiteTotal":15,"difference":-5,"winner":"W","basis":"teaching-assumption"}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A3；W B3；W C3；W D3；W E3；W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END-002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问题：根据给定教学假设，逐项核对双方活子、围空、中立点与贴目。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成功标准：逐项计算并说明结论依据。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8 + 白围空 2 + 贴目 0 = 10。中立 5 点不归双方。盘面核对：活子与三类空点合计 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先读本例终局状态与假设。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按整块核对死子与空区的完整边界。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最后才代入面积公式；未完反例保留空答案。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中间整行混合接触黑白边界，按本教学约定保留为中立区；这是计分假设，并不主张实战已经收完。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点明细：{"blackStones":8,"whiteStones":8,"blackTerritory":[{"row":0,"col":1},{"row":0,"col":3}],"whiteTerritory":[{"row":4,"col":1},{"row":4,"col":3}],"neutralPoints":[{"row":2,"col":0},{"row":2,"col":1},{"row":2,"col":2},{"row":2,"col":3},{"row":2,"col":4}],"komi":0,"blackTotal":10,"whiteTotal":10,"difference":0,"winner":"draw","basis":"teaching-assumption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END-003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问题：根据给定教学假设，逐项核对双方活子、围空、中立点与贴目。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成功标准：逐项计算并说明结论依据。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11 + 黑围空 4 = 15。白活子 8 + 白围空 2 + 贴目 0 = 10。中立 0 点不归双方。盘面核对：活子与三类空点合计 25。 C5 移除后是黑方围空之一，不作为提子另加分。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先读本例终局状态与假设。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按整块核对死子与空区的完整边界。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最后才代入面积公式；未完反例保留空答案。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教学假设双方已同意 C5 白子为死子，移除其完整一子块。此处不伪造真实双方确认。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可实际演示黑 C4 提掉 C5；该演示是新教学起点的合法变化。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补充变化：黑C4。提掉 C5 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点明细：{"blackStones":11,"whiteStones":8,"blackTerritory":[{"row":0,"col":0},{"row":0,"col":2},{"row":0,"col":4},{"row":1,"col":2}],"whiteTerritory":[{"row":4,"col":1},{"row":4,"col":3}],"neutralPoints":[],"komi":0,"blackTotal":15,"whiteTotal":10,"difference":5,"winner":"B","basis":"teaching-assumption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B5；B D5；B A4；B B4；B D4；B E4；B A3；B B3；B C3；B D3；B E3；W A2；W B2；W C2；W D2；W E2；W A1；W C1；W E1；W 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END-004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问题：根据给定教学假设，逐项核对双方活子、围空、中立点与贴目。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成功标准：逐项计算并说明结论依据。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8 + 白围空 2 + 贴目 0.5 = 10.5。中立 5 点不归双方。盘面核对：活子与三类空点合计 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先读本例终局状态与假设。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按整块核对死子与空区的完整边界。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最后才代入面积公式；未完反例保留空答案。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主算例开局贴目为 0.5。另开教学情境比较 0 与 2.5，不在已开始的同一局中途改贴目。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中间整行按教学约定保留中立；0、0.5、2.5 都只是教学参数，不是官方小棋盘标准。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另开情境：贴目 0；黑 10，白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另开情境：贴目 0.5；黑 10，白 10.5。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另开情境：贴目 2.5；黑 10，白 12.5。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点明细：{"blackStones":8,"whiteStones":8,"blackTerritory":[{"row":0,"col":1},{"row":0,"col":3}],"whiteTerritory":[{"row":4,"col":1},{"row":4,"col":3}],"neutralPoints":[{"row":2,"col":0},{"row":2,"col":1},{"row":2,"col":2},{"row":2,"col":3},{"row":2,"col":4}],"komi":0.5,"blackTotal":10,"whiteTotal":10.5,"difference":-0.5,"winner":"W","basis":"teaching-assumption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END-005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问题：根据给定教学假设，逐项核对双方活子、围空、中立点与贴目。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成功标准：逐项计算并说明结论依据。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答案与解释：黑活子 8 + 黑围空 2 = 10。白活子 13 + 白围空 2 + 贴目 0 = 15。中立 0 点不归双方。盘面核对：活子与三类空点合计 25。 提子账本 B=12、W=1 不参与公式，白仍多 5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先读本例终局状态与假设。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按整块核对死子与空区的完整边界。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最后才代入面积公式；未完反例保留空答案。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常见错误：漏算活子、把提子账本再次相加，或把中立区分给一方。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同伴讨论：一人逐点标空区，另一人核对活子，最后检查总和是否覆盖全盘。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B=12、W=1 只是反事实比较用的提子账本标签，不是重建或声称存在这样的历史棋谱。把标签换成 B=0、W=0，面积计算仍相同。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这是给定存活与死子约定的教学算例，不是某场已确认实战记录。confirmedBy 保持空数组。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除明确标记死子外，盘上棋子按活子计算。提子数不额外计入面积。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逐点明细：{"blackStones":8,"whiteStones":13,"blackTerritory":[{"row":0,"col":1},{"row":0,"col":3}],"whiteTerritory":[{"row":4,"col":1},{"row":4,"col":3}],"neutralPoints":[],"komi":0,"blackTotal":10,"whiteTotal":15,"difference":-5,"winner":"W","basis":"teaching-assumption"}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A5；B C5；B E5；B A4；B B4；B C4；B D4；B E4；W A3；W B3；W C3；W D3；W E3；W A2；W B2；W C2；W D2；W E2；W A1；W C1；W 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END-006 revision=1; schemaVersion=1; rulesetId=GO-CLUB-AREA-1; contentVersion=0.2.0-t09.1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 5×5 小棋盘练习　黑方轮次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问题：本例可以给出最终得分吗？说明下一步怎样处理。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成功标准：拒绝最终分数，提出继续下或核对争议。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答案与解释：正确结论是继续下或先解决争议，不能报最终分数。黑 D3 是合法提子示范；两停只进入确认，有争议时恢复对弈，不能自动判死。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先读本例终局状态与假设。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按整块核对死子与空区的完整边界。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最后才代入面积公式；未完反例保留空答案。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常见错误：将未完棋盘的空区染色当作最终胜负，或未同意就删掉有气白子。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同伴讨论：如果同伴不接受死子判断，怎样用实际着法演示？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真实完整 5×5 小棋盘练习；新教学起点，过去劫史未知。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目前只有摆棋局面，没有两次停手和死子共识。C3 白子仍有 D3 一气，不能自动从原盘删除。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继续对弈时黑 D3 可实际提掉 C3。若在两停确认阶段出现争议，应恢复对弈并保留原盘与重复历史。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 expectedScore=null，禁止展示最终得分或胜者。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补充变化：黑D3。提掉 C3 白子；仍不自动宣布全盘结束。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完整坐标：B C4；B B3；B C2；W 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来源：本次依据 GO-CLUB-AREA-1 原创。一般概念参考 British Go Association, How to Play, https://www.britgo.org/intro/intro2.html （2026-09-07 读取）；不采用其不同计分、停手和重复规则。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教师使用边界：开放题不判唯一最佳手。未收录合法着为 unknown。两眼证明的前提是己方不主动破坏眼形。具体教学假设不可冒充真实学生对局或实施成效。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402d2cf3f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124db61ba4a1e" /><Relationship Type="http://schemas.openxmlformats.org/officeDocument/2006/relationships/slideLayout" Target="/ppt/slideLayouts/slideLayout1.xml" Id="R6d9a695f63db47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9a695f63db47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83a71bb224484" /><Relationship Type="http://schemas.openxmlformats.org/officeDocument/2006/relationships/notesSlide" Target="/ppt/notesSlides/notesSlide1.xml" Id="Rcb4be689aa9945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70a3d7279443b" /><Relationship Type="http://schemas.openxmlformats.org/officeDocument/2006/relationships/notesSlide" Target="/ppt/notesSlides/notesSlide2.xml" Id="Rf46806f29eef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d5f8780d24ca1" /><Relationship Type="http://schemas.openxmlformats.org/officeDocument/2006/relationships/notesSlide" Target="/ppt/notesSlides/notesSlide3.xml" Id="R60ef73067de5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7e0d78784e52" /><Relationship Type="http://schemas.openxmlformats.org/officeDocument/2006/relationships/notesSlide" Target="/ppt/notesSlides/notesSlide4.xml" Id="Ra4213109d38049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324d619e542f2" /><Relationship Type="http://schemas.openxmlformats.org/officeDocument/2006/relationships/notesSlide" Target="/ppt/notesSlides/notesSlide5.xml" Id="Rb2d7b115252d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f01cd344f45dd" /><Relationship Type="http://schemas.openxmlformats.org/officeDocument/2006/relationships/notesSlide" Target="/ppt/notesSlides/notesSlide6.xml" Id="R0d72c10eba9341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2d075060c4beb" /><Relationship Type="http://schemas.openxmlformats.org/officeDocument/2006/relationships/notesSlide" Target="/ppt/notesSlides/notesSlide7.xml" Id="R5140e6bc64954e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9601167444582" /><Relationship Type="http://schemas.openxmlformats.org/officeDocument/2006/relationships/notesSlide" Target="/ppt/notesSlides/notesSlide8.xml" Id="R4d89091fda9845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b4b67bdd14a6c" /><Relationship Type="http://schemas.openxmlformats.org/officeDocument/2006/relationships/notesSlide" Target="/ppt/notesSlides/notesSlide9.xml" Id="R9de74e291b9e43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d0fb014f04d5a" /><Relationship Type="http://schemas.openxmlformats.org/officeDocument/2006/relationships/notesSlide" Target="/ppt/notesSlides/notesSlide10.xml" Id="R9c1cd1ab2ffb4b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4da0284cf46f3" /><Relationship Type="http://schemas.openxmlformats.org/officeDocument/2006/relationships/notesSlide" Target="/ppt/notesSlides/notesSlide11.xml" Id="R45dc5c9cae3f48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cdeb36be94e88" /><Relationship Type="http://schemas.openxmlformats.org/officeDocument/2006/relationships/notesSlide" Target="/ppt/notesSlides/notesSlide12.xml" Id="Rf93897ac308340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0d5f2bb4c4093" /><Relationship Type="http://schemas.openxmlformats.org/officeDocument/2006/relationships/notesSlide" Target="/ppt/notesSlides/notesSlide13.xml" Id="R95af96a1a89a4c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9f7163074ce1" /><Relationship Type="http://schemas.openxmlformats.org/officeDocument/2006/relationships/notesSlide" Target="/ppt/notesSlides/notesSlide14.xml" Id="Rd49837d0548c43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e3184e4f940f9" /><Relationship Type="http://schemas.openxmlformats.org/officeDocument/2006/relationships/notesSlide" Target="/ppt/notesSlides/notesSlide15.xml" Id="Rf7dc16435fae46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ff9d2476646f7" /><Relationship Type="http://schemas.openxmlformats.org/officeDocument/2006/relationships/notesSlide" Target="/ppt/notesSlides/notesSlide16.xml" Id="R1c92c1c413d84c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f89a9a72448cc" /><Relationship Type="http://schemas.openxmlformats.org/officeDocument/2006/relationships/notesSlide" Target="/ppt/notesSlides/notesSlide17.xml" Id="R28c792524ee64a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143a9280442dc" /><Relationship Type="http://schemas.openxmlformats.org/officeDocument/2006/relationships/notesSlide" Target="/ppt/notesSlides/notesSlide18.xml" Id="R60a4a2fd1a6c47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ac9f4c71b4448" /><Relationship Type="http://schemas.openxmlformats.org/officeDocument/2006/relationships/notesSlide" Target="/ppt/notesSlides/notesSlide19.xml" Id="R93518c5c080340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a34eb95a14d84" /><Relationship Type="http://schemas.openxmlformats.org/officeDocument/2006/relationships/notesSlide" Target="/ppt/notesSlides/notesSlide20.xml" Id="Rad69aeeb1a7c4e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3bf954fcc485a" /><Relationship Type="http://schemas.openxmlformats.org/officeDocument/2006/relationships/notesSlide" Target="/ppt/notesSlides/notesSlide21.xml" Id="R88f1e80f3a7341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1ee8f0dfb4e0f" /><Relationship Type="http://schemas.openxmlformats.org/officeDocument/2006/relationships/notesSlide" Target="/ppt/notesSlides/notesSlide22.xml" Id="R7c5a7f7c06b1452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e736530664249" /><Relationship Type="http://schemas.openxmlformats.org/officeDocument/2006/relationships/notesSlide" Target="/ppt/notesSlides/notesSlide23.xml" Id="R4f1e87129cff49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544c5d91040d3" /><Relationship Type="http://schemas.openxmlformats.org/officeDocument/2006/relationships/notesSlide" Target="/ppt/notesSlides/notesSlide24.xml" Id="R1c4b32aa70ad4a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b642291314efe" /><Relationship Type="http://schemas.openxmlformats.org/officeDocument/2006/relationships/notesSlide" Target="/ppt/notesSlides/notesSlide25.xml" Id="Rb7ded30923f44b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2b3afc1ad428c" /><Relationship Type="http://schemas.openxmlformats.org/officeDocument/2006/relationships/notesSlide" Target="/ppt/notesSlides/notesSlide26.xml" Id="R3bdca2d1ddde41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60de13b944862" /><Relationship Type="http://schemas.openxmlformats.org/officeDocument/2006/relationships/notesSlide" Target="/ppt/notesSlides/notesSlide27.xml" Id="Rb32fb4e9087c41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57a3615b4e28" /><Relationship Type="http://schemas.openxmlformats.org/officeDocument/2006/relationships/notesSlide" Target="/ppt/notesSlides/notesSlide28.xml" Id="R0be517372eed43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d3898488a4ea9" /><Relationship Type="http://schemas.openxmlformats.org/officeDocument/2006/relationships/notesSlide" Target="/ppt/notesSlides/notesSlide29.xml" Id="R509d9b0203634d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181d471ad4da5" /><Relationship Type="http://schemas.openxmlformats.org/officeDocument/2006/relationships/notesSlide" Target="/ppt/notesSlides/notesSlide30.xml" Id="R0a2b881d109f40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c335f7dc4973" /><Relationship Type="http://schemas.openxmlformats.org/officeDocument/2006/relationships/notesSlide" Target="/ppt/notesSlides/notesSlide31.xml" Id="R453169ad05e742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20c14588a4e81" /><Relationship Type="http://schemas.openxmlformats.org/officeDocument/2006/relationships/notesSlide" Target="/ppt/notesSlides/notesSlide32.xml" Id="R8a47ee610b5f404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52979f3bf4cc2" /><Relationship Type="http://schemas.openxmlformats.org/officeDocument/2006/relationships/notesSlide" Target="/ppt/notesSlides/notesSlide33.xml" Id="R54700f16e7eb4c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1a946123148cb" /><Relationship Type="http://schemas.openxmlformats.org/officeDocument/2006/relationships/notesSlide" Target="/ppt/notesSlides/notesSlide34.xml" Id="R987127b87b524de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8f9b4769745ef" /><Relationship Type="http://schemas.openxmlformats.org/officeDocument/2006/relationships/notesSlide" Target="/ppt/notesSlides/notesSlide35.xml" Id="Ra7b405e6d78d4e4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7333e74524664" /><Relationship Type="http://schemas.openxmlformats.org/officeDocument/2006/relationships/notesSlide" Target="/ppt/notesSlides/notesSlide36.xml" Id="Ra09e78db11464b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E68D50-DEF1-408B-9B51-5A6D9AD7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LIB-001  中央单子的四周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FE4A036B-F45B-41E6-9151-AC9FA80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9×9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10319004-508E-4ED9-85D8-93CE752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B5649B3C-6F08-43D8-B285-540B1E5E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D2520D86-8ACF-4052-9E2F-861B6E1B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7035AE68-6956-48A6-8CD6-8EBBD03C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6F1F51F2-77FA-4AF4-BDED-BAE431B2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19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1D93AE4A-C8B4-4D2D-9D2C-1955929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4594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4A2012D1-6109-4023-AD50-698BBA89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7830CAE6-D0E9-44D9-B399-BA32C1E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31244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7E295D0D-90C0-4A9C-AC57-FC1A09DF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AF650F61-8508-4F13-AF07-A4177A9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0CF96981-8910-4EB5-98F5-2363E5C0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69B5972A-5615-40D2-8951-1D5F8F5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3D02B39D-C68C-4483-9B5A-8183324F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06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0FA84B0C-8A90-4ECB-8E28-AED68B0A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93281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E3A226A-D6F7-4450-8F56-E63358F8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931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79BB920C-9677-4118-80DB-55648E5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59931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F0410B16-17BE-4BAA-88E8-03289D17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0CC468CA-4490-4B57-9469-4814631E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8E4B90B1-0308-41A5-85A3-A88C77B2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759EBEF6-650B-469F-97E7-68A62D4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007B006E-E1BD-4B9E-9448-EF7A783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CDD213C4-80FA-4819-8042-A26E9C5C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21969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B4349AD4-B06F-4BF1-89FD-4E1AA15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19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2BE918AE-83B8-4A82-AFA4-E216A21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88619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F6DC3E7F-CBFB-49E6-AB6D-56CE5253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3CB2BE5E-8F2F-4D5D-BE07-B201A3F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3F908BA8-5B2B-4B14-B4D2-D26E1A6E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968C6CF8-C350-4D2A-B4CC-33C3F36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481EC4CD-54F5-4F08-85EE-AE0781B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0142D7C8-E23F-42A6-A152-90EE9F4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50656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A33DE5E4-DC7F-4890-9AC2-C27ED3B4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06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0AF9BF41-CD98-43BA-AD31-D77B91E7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117306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4141B8BB-1C34-4B57-97C2-4C3A0613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66C2F570-0A0F-4201-832F-85BDD170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D4DF96C9-D54F-4DDA-858F-B424464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CBB7DEEB-1C3A-4685-82A8-DDF10257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stone-B-4-4">
            <a:extLst xmlns:a="http://schemas.openxmlformats.org/drawingml/2006/main">
              <a:ext uri="{FF2B5EF4-FFF2-40B4-BE49-F238E27FC236}">
                <a16:creationId xmlns:a16="http://schemas.microsoft.com/office/drawing/2014/main" id="{6998AEF0-1960-4B01-8A8B-45C16A0C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target-4-4">
            <a:extLst xmlns:a="http://schemas.openxmlformats.org/drawingml/2006/main">
              <a:ext uri="{FF2B5EF4-FFF2-40B4-BE49-F238E27FC236}">
                <a16:creationId xmlns:a16="http://schemas.microsoft.com/office/drawing/2014/main" id="{EB93B6B0-52C5-4101-9A3B-5FA65C2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1" name="question">
            <a:extLst xmlns:a="http://schemas.openxmlformats.org/drawingml/2006/main">
              <a:ext uri="{FF2B5EF4-FFF2-40B4-BE49-F238E27FC236}">
                <a16:creationId xmlns:a16="http://schemas.microsoft.com/office/drawing/2014/main" id="{B27EB56C-6329-43BB-A665-C9BB064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数出标记黑棋整块的全部气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（liberties）。只回答，不落子。</a:t>
            </a:r>
          </a:p>
        </p:txBody>
      </p:sp>
      <p:sp>
        <p:nvSpPr>
          <p:cNvPr id="42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C0795779-3A5F-455E-9AE4-9C2AD8B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43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EC361929-9629-41CA-A976-94D034D0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564243-0C67-4997-BB6D-0D4E4A53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 / 36</a:t>
            </a:r>
          </a:p>
        </p:txBody>
      </p:sp>
    </p:spTree>
    <p:extLst>
      <p:ext uri="{BB962C8B-B14F-4D97-AF65-F5344CB8AC3E}">
        <p14:creationId xmlns:p14="http://schemas.microsoft.com/office/powerpoint/2010/main" val="1924739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E06B02-9981-491F-A51A-5F544025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LIB-002  真正的角上只有两向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ACDC542F-F677-41D7-A5D8-704688B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8C0F9109-4266-46D1-A2A6-0851706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F2F42BC0-7A89-4508-94C3-F8481537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4267DB9D-5DE7-4460-8089-955E9DA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12B6C97A-3A63-4F11-B596-AF45C059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FEBA1CBA-01CC-4860-864D-BB88566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9AF68D15-2C5B-42F6-A4C9-B14712FA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19232F15-6D59-4306-B662-96CF356D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CC786BF7-5716-47F6-9DD8-CD88C34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DE99615E-46CF-4777-BD8D-2766F059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D8AC7984-1186-4551-835E-97BD78D7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41CAB222-BD8A-4A00-AB7C-F694E69B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1D3169E9-14EA-4D9B-A7C8-6E3F85E5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84907AA3-5293-4F64-8737-6778A5D6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268F3DBC-E84F-4496-9597-3180C42B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AB415992-CBC1-4762-9324-D42D458E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6EE1A970-192E-453E-B308-C67D585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2A2D8555-034F-46E7-AFC5-72B2F85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1CED14D7-A37D-4576-A754-1C567964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134D5134-A676-4985-86E9-40E1250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3ADECC27-D080-472C-9249-F3A18D0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CD653C0E-E912-4F5B-BFB2-B1841CE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0-0">
            <a:extLst xmlns:a="http://schemas.openxmlformats.org/drawingml/2006/main">
              <a:ext uri="{FF2B5EF4-FFF2-40B4-BE49-F238E27FC236}">
                <a16:creationId xmlns:a16="http://schemas.microsoft.com/office/drawing/2014/main" id="{CEEBE387-CAAA-48BD-A925-3CA1D46F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8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question">
            <a:extLst xmlns:a="http://schemas.openxmlformats.org/drawingml/2006/main">
              <a:ext uri="{FF2B5EF4-FFF2-40B4-BE49-F238E27FC236}">
                <a16:creationId xmlns:a16="http://schemas.microsoft.com/office/drawing/2014/main" id="{E2BE9B12-1383-412B-A3F0-FE21057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选出标记黑棋整块的全部气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（liberties）。只回答，不落子。</a:t>
            </a:r>
          </a:p>
        </p:txBody>
      </p:sp>
      <p:sp>
        <p:nvSpPr>
          <p:cNvPr id="26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46B35FB5-0927-4C84-BB9B-D7EAB8F9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27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8B45CD0D-63C7-4AF2-9E81-F8EBFBF5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980859-A55E-4805-816F-1CD32C3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 / 36</a:t>
            </a:r>
          </a:p>
        </p:txBody>
      </p:sp>
    </p:spTree>
    <p:extLst>
      <p:ext uri="{BB962C8B-B14F-4D97-AF65-F5344CB8AC3E}">
        <p14:creationId xmlns:p14="http://schemas.microsoft.com/office/powerpoint/2010/main" val="1187027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4FFB41-0CD0-44D1-B7FC-498446C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LIB-003  连成一块一起数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6F4630E9-1AD0-4E74-B20D-BACCEFF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5CB2B70E-DD59-46FC-A7FC-99BC6FF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D71273A5-4C72-4E1C-B204-A8343180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F161FFD9-00F5-4853-A94D-30222179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032B81D7-E352-437C-A672-2C06D3E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FB400910-44C7-4878-9577-5007D76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7ACD860E-381A-4253-8A4C-5791C2E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599F9AD5-E461-4CAD-88C1-69D1DA4D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F226DB78-9941-4294-8BB4-8845A2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625F8D95-4E65-4F37-AE16-482CBD55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7AFFCCFE-3477-49EE-B5B7-978C986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06766737-B637-4606-A19C-AE10903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F107F291-BA98-4C5E-8412-07651C34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A2F7F9E3-6816-4216-9A78-170718F7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1F83843F-52F1-410B-A6F5-0147B84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B6686FC5-9DFB-4384-9DB7-B1D7B313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A5D23C63-0F73-4FB8-B393-26B15BC1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A1E26073-5C6F-4FC7-8253-8DB2651F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9A71F02B-F8C7-4289-98EC-DA0CD97F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C76AD058-F386-433F-BBB3-F9AF916F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4AAB21C7-DCDE-4671-B3EB-87EEFDF9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2-1">
            <a:extLst xmlns:a="http://schemas.openxmlformats.org/drawingml/2006/main">
              <a:ext uri="{FF2B5EF4-FFF2-40B4-BE49-F238E27FC236}">
                <a16:creationId xmlns:a16="http://schemas.microsoft.com/office/drawing/2014/main" id="{3EF4D839-812A-4E1A-93B4-83E2992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2-1">
            <a:extLst xmlns:a="http://schemas.openxmlformats.org/drawingml/2006/main">
              <a:ext uri="{FF2B5EF4-FFF2-40B4-BE49-F238E27FC236}">
                <a16:creationId xmlns:a16="http://schemas.microsoft.com/office/drawing/2014/main" id="{8BCC3841-C886-48D5-AD97-571C1E3D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2-2">
            <a:extLst xmlns:a="http://schemas.openxmlformats.org/drawingml/2006/main">
              <a:ext uri="{FF2B5EF4-FFF2-40B4-BE49-F238E27FC236}">
                <a16:creationId xmlns:a16="http://schemas.microsoft.com/office/drawing/2014/main" id="{610B9DBC-C40C-4906-9747-C73DC83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2-2">
            <a:extLst xmlns:a="http://schemas.openxmlformats.org/drawingml/2006/main">
              <a:ext uri="{FF2B5EF4-FFF2-40B4-BE49-F238E27FC236}">
                <a16:creationId xmlns:a16="http://schemas.microsoft.com/office/drawing/2014/main" id="{8792A086-23E0-42B4-A60D-92D498A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7" name="question">
            <a:extLst xmlns:a="http://schemas.openxmlformats.org/drawingml/2006/main">
              <a:ext uri="{FF2B5EF4-FFF2-40B4-BE49-F238E27FC236}">
                <a16:creationId xmlns:a16="http://schemas.microsoft.com/office/drawing/2014/main" id="{1FD8B238-449E-4E84-810D-5ED9EA6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数出标记黑棋整块的全部气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（liberties）。只回答，不落子。</a:t>
            </a:r>
          </a:p>
        </p:txBody>
      </p:sp>
      <p:sp>
        <p:nvSpPr>
          <p:cNvPr id="28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BE3FC5F9-B378-4A03-8604-0388D3B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29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691969C8-57BB-4B6B-B023-903A20E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0945EE-0168-456F-84B7-3D4A5CD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 / 36</a:t>
            </a:r>
          </a:p>
        </p:txBody>
      </p:sp>
    </p:spTree>
    <p:extLst>
      <p:ext uri="{BB962C8B-B14F-4D97-AF65-F5344CB8AC3E}">
        <p14:creationId xmlns:p14="http://schemas.microsoft.com/office/powerpoint/2010/main" val="1969950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34C4EE-594B-4638-8545-79C81E2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LIB-004  折形的共享气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B3E9D4A6-3535-4D3B-8CB7-C4DAD44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1B90F8D9-B2CE-450D-BAD7-749AC54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4EFDB07B-54EE-4BE3-A7D9-A6D176FA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4A33C67F-086C-49E7-994A-5C2593C4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D2958D15-0A06-4378-B5C2-A653E7A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1F27B5E-B892-4D92-A5E4-C47E5935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6F674FCB-DD3D-404E-A0B4-1B44DD3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60BD8BF1-899F-4241-BB3B-14A115F7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BD347431-C357-4451-9800-3D6FD2D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DEC477A1-E9BA-4627-B6DD-C68D2E97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23DAE835-6979-4C3F-81ED-3EB878C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B1D08471-0E42-418F-B85E-452A3E9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BDA518FC-B0A0-4448-8023-27EB289D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0F0E8C95-B87E-430D-863E-CBB85B1C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73D98A52-6228-4F5A-86BC-416C8FDA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835FBE55-57C6-4409-80CC-CB7B4E61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B3119BCC-8F3C-4935-8109-A6F2C5AE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A5C3729C-BB51-4E6B-98D1-2C18F39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7C241E12-2EB0-4536-B567-A3AC325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78745116-26C5-4735-9DBA-543049E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DA9E5A48-9993-4AA3-92BC-F34C285D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1-1">
            <a:extLst xmlns:a="http://schemas.openxmlformats.org/drawingml/2006/main">
              <a:ext uri="{FF2B5EF4-FFF2-40B4-BE49-F238E27FC236}">
                <a16:creationId xmlns:a16="http://schemas.microsoft.com/office/drawing/2014/main" id="{5A5228F6-3BB3-4000-9390-B8AF022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1-1">
            <a:extLst xmlns:a="http://schemas.openxmlformats.org/drawingml/2006/main">
              <a:ext uri="{FF2B5EF4-FFF2-40B4-BE49-F238E27FC236}">
                <a16:creationId xmlns:a16="http://schemas.microsoft.com/office/drawing/2014/main" id="{90F52C49-52E9-4669-A836-D942E3F3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2-1">
            <a:extLst xmlns:a="http://schemas.openxmlformats.org/drawingml/2006/main">
              <a:ext uri="{FF2B5EF4-FFF2-40B4-BE49-F238E27FC236}">
                <a16:creationId xmlns:a16="http://schemas.microsoft.com/office/drawing/2014/main" id="{C2462CE4-367B-43C4-B8CE-6D7B2C03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2-1">
            <a:extLst xmlns:a="http://schemas.openxmlformats.org/drawingml/2006/main">
              <a:ext uri="{FF2B5EF4-FFF2-40B4-BE49-F238E27FC236}">
                <a16:creationId xmlns:a16="http://schemas.microsoft.com/office/drawing/2014/main" id="{F949F93A-5A35-480D-BB2F-3E392F61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7" name="stone-B-2-2">
            <a:extLst xmlns:a="http://schemas.openxmlformats.org/drawingml/2006/main">
              <a:ext uri="{FF2B5EF4-FFF2-40B4-BE49-F238E27FC236}">
                <a16:creationId xmlns:a16="http://schemas.microsoft.com/office/drawing/2014/main" id="{4C18C4C9-FDD5-4D3D-AEE5-1414F76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target-2-2">
            <a:extLst xmlns:a="http://schemas.openxmlformats.org/drawingml/2006/main">
              <a:ext uri="{FF2B5EF4-FFF2-40B4-BE49-F238E27FC236}">
                <a16:creationId xmlns:a16="http://schemas.microsoft.com/office/drawing/2014/main" id="{276EBBE2-77DC-4938-ABFF-24E8A00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9" name="question">
            <a:extLst xmlns:a="http://schemas.openxmlformats.org/drawingml/2006/main">
              <a:ext uri="{FF2B5EF4-FFF2-40B4-BE49-F238E27FC236}">
                <a16:creationId xmlns:a16="http://schemas.microsoft.com/office/drawing/2014/main" id="{7992D7A8-5846-4ECF-AF33-602C1D1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选出标记黑棋整块的全部气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（liberties）。只回答，不落子。</a:t>
            </a:r>
          </a:p>
        </p:txBody>
      </p:sp>
      <p:sp>
        <p:nvSpPr>
          <p:cNvPr id="3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F5DDCA5E-10C3-4C1E-90AF-BC983A5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B095A911-F270-4202-9930-0096D8D0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D164DD-B021-4C4C-BD60-32D055A7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4 / 36</a:t>
            </a:r>
          </a:p>
        </p:txBody>
      </p:sp>
    </p:spTree>
    <p:extLst>
      <p:ext uri="{BB962C8B-B14F-4D97-AF65-F5344CB8AC3E}">
        <p14:creationId xmlns:p14="http://schemas.microsoft.com/office/powerpoint/2010/main" val="220920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95C0A4-7D7F-44F4-88E7-6C89AAA2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LIB-005  整块与敌子共同限制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92876225-259F-455C-AB06-5C109B07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9×9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1723FE9C-522E-43E4-8869-38D54A99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8A466F64-A687-40C6-BDC2-084DFA5E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9DA1545E-138C-4363-8138-C14D0B5F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7F04825B-78C4-4390-9957-91273FB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AF84581D-B560-497B-BD48-E49730F1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19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9FC9EC7D-E0B2-4A54-A427-F68303F3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4594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C9F47175-9918-4588-8E14-BEEEEDCD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100286EF-B1C6-4F5A-B7F3-BF1E2E3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31244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91D016F8-CE4D-42C1-8031-DE32599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792C6C34-3C5E-4E30-8340-2BE0F85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1613F12F-A764-4BD7-89DA-1EDBFCC5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52AA7E13-EF03-4A23-965E-E0869AE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0FA0004D-90D7-4905-A32B-A7FEDE82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06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BFB22AD9-CCDD-4575-A7C9-64EC25C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93281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A1750501-4B3D-4A3F-B2F2-776C254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931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FD5490A8-3EBC-475E-9BF6-458CE1A3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59931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422F7787-7637-430B-A1F8-37251B4F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097F9C34-62FE-4FC2-9F36-0621194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4ABF3482-659C-45BE-ACC9-0023C3E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4EE87A0A-5B30-40B6-931C-B9B1359A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B808B1BF-D6EA-4F11-BA90-ED2959D3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78907F07-C68B-4E9F-86FC-1829BAE7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21969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A65200E1-C2F2-4568-AC6F-4B237E6C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19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10204BE7-A520-4B43-AFAF-B564E1E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88619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1E52C61C-B572-4AB0-AA9D-2464CE11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33057035-6B0C-4120-844E-266E10A5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4E0EB741-5106-429E-8A11-A4B41E93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6C763C04-7D5B-41C1-812F-8A35C9C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AFAE397C-61D5-4520-8AE7-2562F63C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5D679B3B-0E8A-4E7E-B467-5869DD2B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50656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48603DB2-8B9A-40FD-8CC6-30A04CE9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06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D4F83B6C-6B69-4EFB-93D9-FF238FB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117306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BCC0E123-8EEF-4180-9022-052C52CD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6B557126-791D-40B7-BE6F-59F0DE9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3C76A697-E338-437D-B4FE-09BD0C9D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B80BE5AF-6C21-4F5B-BA6A-1E01F75A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stone-B-4-3">
            <a:extLst xmlns:a="http://schemas.openxmlformats.org/drawingml/2006/main">
              <a:ext uri="{FF2B5EF4-FFF2-40B4-BE49-F238E27FC236}">
                <a16:creationId xmlns:a16="http://schemas.microsoft.com/office/drawing/2014/main" id="{00A3F5B1-278D-4170-9E6D-02B0FD9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306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target-4-3">
            <a:extLst xmlns:a="http://schemas.openxmlformats.org/drawingml/2006/main">
              <a:ext uri="{FF2B5EF4-FFF2-40B4-BE49-F238E27FC236}">
                <a16:creationId xmlns:a16="http://schemas.microsoft.com/office/drawing/2014/main" id="{3C7C7A31-C62A-4237-836B-60FA1151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506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1" name="stone-B-4-4">
            <a:extLst xmlns:a="http://schemas.openxmlformats.org/drawingml/2006/main">
              <a:ext uri="{FF2B5EF4-FFF2-40B4-BE49-F238E27FC236}">
                <a16:creationId xmlns:a16="http://schemas.microsoft.com/office/drawing/2014/main" id="{63B3E63C-D11C-4DD5-9897-D9C79CA9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target-4-4">
            <a:extLst xmlns:a="http://schemas.openxmlformats.org/drawingml/2006/main">
              <a:ext uri="{FF2B5EF4-FFF2-40B4-BE49-F238E27FC236}">
                <a16:creationId xmlns:a16="http://schemas.microsoft.com/office/drawing/2014/main" id="{5F6A6527-C819-4609-A410-BCCB9E5A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3" name="stone-B-5-3">
            <a:extLst xmlns:a="http://schemas.openxmlformats.org/drawingml/2006/main">
              <a:ext uri="{FF2B5EF4-FFF2-40B4-BE49-F238E27FC236}">
                <a16:creationId xmlns:a16="http://schemas.microsoft.com/office/drawing/2014/main" id="{89477016-BB51-478A-AE0B-08D152E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306" y="413146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target-5-3">
            <a:extLst xmlns:a="http://schemas.openxmlformats.org/drawingml/2006/main">
              <a:ext uri="{FF2B5EF4-FFF2-40B4-BE49-F238E27FC236}">
                <a16:creationId xmlns:a16="http://schemas.microsoft.com/office/drawing/2014/main" id="{C62D6585-2118-4976-8FC5-53DF451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506" y="4207669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5" name="stone-B-5-4">
            <a:extLst xmlns:a="http://schemas.openxmlformats.org/drawingml/2006/main">
              <a:ext uri="{FF2B5EF4-FFF2-40B4-BE49-F238E27FC236}">
                <a16:creationId xmlns:a16="http://schemas.microsoft.com/office/drawing/2014/main" id="{AEA71755-EEC2-44FB-BFDF-73DBF5A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3146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6" name="target-5-4">
            <a:extLst xmlns:a="http://schemas.openxmlformats.org/drawingml/2006/main">
              <a:ext uri="{FF2B5EF4-FFF2-40B4-BE49-F238E27FC236}">
                <a16:creationId xmlns:a16="http://schemas.microsoft.com/office/drawing/2014/main" id="{3C3EE3F2-AFD5-40AB-9060-C55D619F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07669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7" name="stone-W-4-2">
            <a:extLst xmlns:a="http://schemas.openxmlformats.org/drawingml/2006/main">
              <a:ext uri="{FF2B5EF4-FFF2-40B4-BE49-F238E27FC236}">
                <a16:creationId xmlns:a16="http://schemas.microsoft.com/office/drawing/2014/main" id="{AB73C0D5-1FFE-4EC3-A015-40A6A185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8" name="stone-W-3-3">
            <a:extLst xmlns:a="http://schemas.openxmlformats.org/drawingml/2006/main">
              <a:ext uri="{FF2B5EF4-FFF2-40B4-BE49-F238E27FC236}">
                <a16:creationId xmlns:a16="http://schemas.microsoft.com/office/drawing/2014/main" id="{91599299-17E5-4DFD-BDC6-5F35F0F2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306" y="320278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9" name="question">
            <a:extLst xmlns:a="http://schemas.openxmlformats.org/drawingml/2006/main">
              <a:ext uri="{FF2B5EF4-FFF2-40B4-BE49-F238E27FC236}">
                <a16:creationId xmlns:a16="http://schemas.microsoft.com/office/drawing/2014/main" id="{49F8AFBD-79B4-4F22-86BF-2D3428F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数出标记黑棋整块的全部气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（liberties）。只回答，不落子。</a:t>
            </a:r>
          </a:p>
        </p:txBody>
      </p:sp>
      <p:sp>
        <p:nvSpPr>
          <p:cNvPr id="5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76B4C4D3-2E5C-40B0-9422-432CE92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5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D7C1B5F5-68AA-49E5-9017-5416BE9A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5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0D5D33-265A-4546-B27B-C44E262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5 / 36</a:t>
            </a:r>
          </a:p>
        </p:txBody>
      </p:sp>
    </p:spTree>
    <p:extLst>
      <p:ext uri="{BB962C8B-B14F-4D97-AF65-F5344CB8AC3E}">
        <p14:creationId xmlns:p14="http://schemas.microsoft.com/office/powerpoint/2010/main" val="278374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C770C5-93F2-4F7E-A5AA-CCA54301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CAP-001  补最后一口气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0FF8CA9A-A051-4E59-BE2A-8D6E0311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D497BF16-6C73-44A5-9147-3D0B5F10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E9CF330F-2756-43FC-9E18-99106A0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CE6EB507-7459-4BC5-B872-62153E2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8B2F53FE-DC1B-49E3-B23B-680D9A6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FA7103BF-D316-42C1-A5E5-E3F7292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19E35B90-1B1B-4608-80EE-A764AF9B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3F0B1344-114B-4753-B8C8-B66E3746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2AABEC8F-20F4-41FB-8614-3A7CFDF2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B22402DE-1C71-4BCF-8692-2C8223C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66433D36-9C21-4BAB-8E81-8BC2C716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AA5AEC1E-1C97-4171-BB2E-C11066A0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F4EDAC75-7AD1-4315-A9EF-181EB612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6C00B968-69D7-41FA-AAA5-17BA843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5B48BC32-BD18-4BDF-B34C-04674601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91E3B4B1-C50A-48A7-ADFF-FEDC633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3EBEEE61-526D-4172-A5FE-279BDBE1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63A3E430-AEB3-40DD-8DCF-B81BFA77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FC3D370A-327E-4285-A456-A6D5629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D490E4B0-04A6-49E4-AD39-3CA90664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AD1BAC42-20E4-4E42-86DF-EFF580A5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1-2">
            <a:extLst xmlns:a="http://schemas.openxmlformats.org/drawingml/2006/main">
              <a:ext uri="{FF2B5EF4-FFF2-40B4-BE49-F238E27FC236}">
                <a16:creationId xmlns:a16="http://schemas.microsoft.com/office/drawing/2014/main" id="{F844EB2F-4548-42E7-92B5-3AEBDEB9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2-1">
            <a:extLst xmlns:a="http://schemas.openxmlformats.org/drawingml/2006/main">
              <a:ext uri="{FF2B5EF4-FFF2-40B4-BE49-F238E27FC236}">
                <a16:creationId xmlns:a16="http://schemas.microsoft.com/office/drawing/2014/main" id="{9930D548-07C9-4A1C-B235-DFE7633E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3-2">
            <a:extLst xmlns:a="http://schemas.openxmlformats.org/drawingml/2006/main">
              <a:ext uri="{FF2B5EF4-FFF2-40B4-BE49-F238E27FC236}">
                <a16:creationId xmlns:a16="http://schemas.microsoft.com/office/drawing/2014/main" id="{A3977CD7-69A5-40E2-AA4E-1036799D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W-2-2">
            <a:extLst xmlns:a="http://schemas.openxmlformats.org/drawingml/2006/main">
              <a:ext uri="{FF2B5EF4-FFF2-40B4-BE49-F238E27FC236}">
                <a16:creationId xmlns:a16="http://schemas.microsoft.com/office/drawing/2014/main" id="{46440B1B-1A10-4281-8B5A-007EF390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target-2-2">
            <a:extLst xmlns:a="http://schemas.openxmlformats.org/drawingml/2006/main">
              <a:ext uri="{FF2B5EF4-FFF2-40B4-BE49-F238E27FC236}">
                <a16:creationId xmlns:a16="http://schemas.microsoft.com/office/drawing/2014/main" id="{2B8BB2FB-C3C6-4802-BD47-60FD78AF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8" name="question">
            <a:extLst xmlns:a="http://schemas.openxmlformats.org/drawingml/2006/main">
              <a:ext uri="{FF2B5EF4-FFF2-40B4-BE49-F238E27FC236}">
                <a16:creationId xmlns:a16="http://schemas.microsoft.com/office/drawing/2014/main" id="{F4CC0C09-142E-42EC-A4A8-C9EF826C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黑先。本手提掉全部标记白子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（capture）；成功后立即结束本题。</a:t>
            </a:r>
          </a:p>
        </p:txBody>
      </p:sp>
      <p:sp>
        <p:nvSpPr>
          <p:cNvPr id="29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D579205D-F377-415F-B595-1FC9B55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0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90072E2C-675A-41A4-9598-51261F2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65CDC0-92B3-4CDB-8B36-586581CE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6 / 36</a:t>
            </a:r>
          </a:p>
        </p:txBody>
      </p:sp>
    </p:spTree>
    <p:extLst>
      <p:ext uri="{BB962C8B-B14F-4D97-AF65-F5344CB8AC3E}">
        <p14:creationId xmlns:p14="http://schemas.microsoft.com/office/powerpoint/2010/main" val="1353195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8748A1-5C34-41CA-8C55-357140B2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CAP-002  沿边提掉整块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A8DF8C9E-6B31-4ADF-91D6-DEA837F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1AFABF4E-6770-447D-AFBB-917CFD0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516A2429-00B5-4914-8B93-7151DBB0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80803FD7-9F9E-409E-A573-D7D68D9A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67B24010-CBF6-4C7B-9DD6-53CAE275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FA8B3E03-DBBE-4B12-9A6E-6722EAB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A6D80240-4D6B-4B46-B21C-9F8E0CB1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EB9619A3-196E-4935-9FC2-EE2C1E6A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AD8CD9F8-3568-4239-848D-46FD887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8E6E47DB-9B0E-4965-B04A-69171EE3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B669AF7E-198B-4DB3-94DE-8146FC5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E282D135-1CC1-49B5-8DA2-4634F98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66D77E7E-BE64-4AE7-AA8F-1ADC95DC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AB5FAA96-DD43-45BB-A202-C0A1F30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7715A195-5285-403A-ACCF-811DA778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A2217190-2BD1-41B0-A54C-386C6B52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8BCBA691-CF1A-486B-B33D-AE5A742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23E92CF3-5860-4E2C-B3AF-32C8D01A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68631A1F-D3F9-4E9A-9410-E81DC5D2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9CCFD2B4-3986-41F5-93F4-2E187E2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284CB3C6-C2AB-4CCB-9834-78CB051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66A27B1A-912C-44BC-83AF-3C8E11B9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1-1">
            <a:extLst xmlns:a="http://schemas.openxmlformats.org/drawingml/2006/main">
              <a:ext uri="{FF2B5EF4-FFF2-40B4-BE49-F238E27FC236}">
                <a16:creationId xmlns:a16="http://schemas.microsoft.com/office/drawing/2014/main" id="{5D1313A6-9C9C-4697-9E54-F9588A7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2">
            <a:extLst xmlns:a="http://schemas.openxmlformats.org/drawingml/2006/main">
              <a:ext uri="{FF2B5EF4-FFF2-40B4-BE49-F238E27FC236}">
                <a16:creationId xmlns:a16="http://schemas.microsoft.com/office/drawing/2014/main" id="{909E39B2-4B66-4143-BB0E-ECABB8B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W-0-1">
            <a:extLst xmlns:a="http://schemas.openxmlformats.org/drawingml/2006/main">
              <a:ext uri="{FF2B5EF4-FFF2-40B4-BE49-F238E27FC236}">
                <a16:creationId xmlns:a16="http://schemas.microsoft.com/office/drawing/2014/main" id="{ECE0E67C-68A2-4B38-87C1-83F3DB41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target-0-1">
            <a:extLst xmlns:a="http://schemas.openxmlformats.org/drawingml/2006/main">
              <a:ext uri="{FF2B5EF4-FFF2-40B4-BE49-F238E27FC236}">
                <a16:creationId xmlns:a16="http://schemas.microsoft.com/office/drawing/2014/main" id="{BEE0A93E-0D99-4B58-9557-66BE55E0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188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8" name="stone-W-0-2">
            <a:extLst xmlns:a="http://schemas.openxmlformats.org/drawingml/2006/main">
              <a:ext uri="{FF2B5EF4-FFF2-40B4-BE49-F238E27FC236}">
                <a16:creationId xmlns:a16="http://schemas.microsoft.com/office/drawing/2014/main" id="{27B981BF-F479-4244-8BD2-CE92C3C0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target-0-2">
            <a:extLst xmlns:a="http://schemas.openxmlformats.org/drawingml/2006/main">
              <a:ext uri="{FF2B5EF4-FFF2-40B4-BE49-F238E27FC236}">
                <a16:creationId xmlns:a16="http://schemas.microsoft.com/office/drawing/2014/main" id="{5C4C3D40-76FC-4700-B124-298CB6F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0" name="question">
            <a:extLst xmlns:a="http://schemas.openxmlformats.org/drawingml/2006/main">
              <a:ext uri="{FF2B5EF4-FFF2-40B4-BE49-F238E27FC236}">
                <a16:creationId xmlns:a16="http://schemas.microsoft.com/office/drawing/2014/main" id="{8A13BD79-24B5-43DB-9EFE-A17C5A5B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黑先。本手提掉全部标记白子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（capture）；成功后立即结束本题。</a:t>
            </a:r>
          </a:p>
        </p:txBody>
      </p:sp>
      <p:sp>
        <p:nvSpPr>
          <p:cNvPr id="31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7AABACFF-AE0E-48E3-B6EA-1BC0E6E4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2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3DCC3A85-F47F-4669-ABBA-0D4B78C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A12DE7-D859-4D77-B932-3046C00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7 / 36</a:t>
            </a:r>
          </a:p>
        </p:txBody>
      </p:sp>
    </p:spTree>
    <p:extLst>
      <p:ext uri="{BB962C8B-B14F-4D97-AF65-F5344CB8AC3E}">
        <p14:creationId xmlns:p14="http://schemas.microsoft.com/office/powerpoint/2010/main" val="371613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48A296-A313-4936-9D30-28B24A79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CAP-003  边线方向少一条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FBAA6A29-D818-44A0-BDCA-0ADE89C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6E3053D9-4980-44F7-9446-5CB7F653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C525F7CE-A614-4629-9202-F2BB4E02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1FF03D9E-DA25-4E58-B8FA-7F7B1170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CC541B66-8D4C-4DF6-B20A-5D7BD63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3920D113-8D68-4755-8BD6-B7D7049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AB01424E-93AE-445A-BA6A-BDC9CD9E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414877D6-7AC8-4BD7-99AD-0E4D4D7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A960ACA6-8F65-437E-8673-F526509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4B259700-7694-4B1A-80C4-5E01266A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8C895C6C-44BB-468C-AB99-AE755DC2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DE1BB229-AFA3-45FE-BFA8-5CB62DBE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3EC8AAF0-7E06-46F9-93E5-F1C30EC0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522F194B-6AFE-4661-A7F4-CD7D8067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5B52FEA0-0080-4082-BAEB-322952D7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0C3EE34B-FCC1-4715-ACC0-347D1987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750544E8-0E9B-4F8E-8685-B3E4DA6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1693893C-6571-4F21-A4CE-E0B11849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924879DE-1823-4058-8984-EA4971E9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9DFBFA86-F3E3-4DA7-A2DB-83444603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36CC65AC-1FD9-4ADB-9E94-CD213741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1-0">
            <a:extLst xmlns:a="http://schemas.openxmlformats.org/drawingml/2006/main">
              <a:ext uri="{FF2B5EF4-FFF2-40B4-BE49-F238E27FC236}">
                <a16:creationId xmlns:a16="http://schemas.microsoft.com/office/drawing/2014/main" id="{E36BD4C3-13B3-4ADD-99CA-2DC4A86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2-1">
            <a:extLst xmlns:a="http://schemas.openxmlformats.org/drawingml/2006/main">
              <a:ext uri="{FF2B5EF4-FFF2-40B4-BE49-F238E27FC236}">
                <a16:creationId xmlns:a16="http://schemas.microsoft.com/office/drawing/2014/main" id="{30ECA5C7-1FCC-4477-9B4E-C95A846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W-2-0">
            <a:extLst xmlns:a="http://schemas.openxmlformats.org/drawingml/2006/main">
              <a:ext uri="{FF2B5EF4-FFF2-40B4-BE49-F238E27FC236}">
                <a16:creationId xmlns:a16="http://schemas.microsoft.com/office/drawing/2014/main" id="{037D214F-B102-4B0D-AA88-2EBFE313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2-0">
            <a:extLst xmlns:a="http://schemas.openxmlformats.org/drawingml/2006/main">
              <a:ext uri="{FF2B5EF4-FFF2-40B4-BE49-F238E27FC236}">
                <a16:creationId xmlns:a16="http://schemas.microsoft.com/office/drawing/2014/main" id="{7D33D6DE-23D8-4FCF-85D0-E267C9A0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7" name="question">
            <a:extLst xmlns:a="http://schemas.openxmlformats.org/drawingml/2006/main">
              <a:ext uri="{FF2B5EF4-FFF2-40B4-BE49-F238E27FC236}">
                <a16:creationId xmlns:a16="http://schemas.microsoft.com/office/drawing/2014/main" id="{F7210AAF-7630-4A3F-B0B0-50EE0910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黑先。本手提掉全部标记白子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（capture）；成功后立即结束本题。</a:t>
            </a:r>
          </a:p>
        </p:txBody>
      </p:sp>
      <p:sp>
        <p:nvSpPr>
          <p:cNvPr id="28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2FEDEDA4-38B4-4A90-BD41-D0E5FCAE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29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F0621C26-06B5-4BB7-AB59-BBE9C2B4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1A139C-EFED-4CF7-AACB-641FF2A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8 / 36</a:t>
            </a:r>
          </a:p>
        </p:txBody>
      </p:sp>
    </p:spTree>
    <p:extLst>
      <p:ext uri="{BB962C8B-B14F-4D97-AF65-F5344CB8AC3E}">
        <p14:creationId xmlns:p14="http://schemas.microsoft.com/office/powerpoint/2010/main" val="1645667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FDB5BE-C1D8-4CF3-9BF4-55957776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CAP-004  一手同时提两块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61834B21-B3D1-4C79-BE02-954C0A6E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8D010F5C-E996-47B8-8104-0778878E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D632E1AB-DDEF-4121-B1DC-66D028B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FB18DACB-917B-4553-AA3F-24CA1132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7C21E4FA-ED78-452A-9A83-7F9BBA2C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9A7FC8F7-1BBD-4360-838D-D3B73054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AAE26971-51C7-4D22-9A1E-D43E42F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C2B0D705-33EB-4EA9-BE1E-F75B32F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0EB63235-A04D-423F-B4CF-F2C99473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245FE006-34D3-4215-A165-DB9AEDCA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71889A39-4D38-47F5-A2A8-1062F413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0430CB5E-36D0-4FDA-9BFD-CFDAE0B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DBABB970-AF37-4896-8BA8-28AA7E3C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E20A9F22-873A-44F6-9EEC-E59F220F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58A87C26-1337-4E07-BF70-C8A48059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B485AC34-9634-4D86-AA69-3A7332D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176369EC-8F4B-45A9-8F38-1C086138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ADE94DB2-6E62-45B8-A869-938D676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12400470-4278-49C4-8B32-18C76FA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3E317C4C-A523-4E61-B739-51E0B780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39816389-D77F-42C2-AEC8-ECFEAA6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2-0">
            <a:extLst xmlns:a="http://schemas.openxmlformats.org/drawingml/2006/main">
              <a:ext uri="{FF2B5EF4-FFF2-40B4-BE49-F238E27FC236}">
                <a16:creationId xmlns:a16="http://schemas.microsoft.com/office/drawing/2014/main" id="{392FE7B1-69F5-4267-97BC-DA906D7E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1-1">
            <a:extLst xmlns:a="http://schemas.openxmlformats.org/drawingml/2006/main">
              <a:ext uri="{FF2B5EF4-FFF2-40B4-BE49-F238E27FC236}">
                <a16:creationId xmlns:a16="http://schemas.microsoft.com/office/drawing/2014/main" id="{264CEA47-AE78-408F-A3D6-98A270D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3-1">
            <a:extLst xmlns:a="http://schemas.openxmlformats.org/drawingml/2006/main">
              <a:ext uri="{FF2B5EF4-FFF2-40B4-BE49-F238E27FC236}">
                <a16:creationId xmlns:a16="http://schemas.microsoft.com/office/drawing/2014/main" id="{0A88211F-5A19-44DD-BE03-6131F8E5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2-4">
            <a:extLst xmlns:a="http://schemas.openxmlformats.org/drawingml/2006/main">
              <a:ext uri="{FF2B5EF4-FFF2-40B4-BE49-F238E27FC236}">
                <a16:creationId xmlns:a16="http://schemas.microsoft.com/office/drawing/2014/main" id="{3327BA0A-8B20-4A47-9009-A606D90E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3">
            <a:extLst xmlns:a="http://schemas.openxmlformats.org/drawingml/2006/main">
              <a:ext uri="{FF2B5EF4-FFF2-40B4-BE49-F238E27FC236}">
                <a16:creationId xmlns:a16="http://schemas.microsoft.com/office/drawing/2014/main" id="{4DE208B5-C1BB-492C-84B8-3544D52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3-3">
            <a:extLst xmlns:a="http://schemas.openxmlformats.org/drawingml/2006/main">
              <a:ext uri="{FF2B5EF4-FFF2-40B4-BE49-F238E27FC236}">
                <a16:creationId xmlns:a16="http://schemas.microsoft.com/office/drawing/2014/main" id="{4461FE4E-619D-4E7C-AA77-487D816D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W-2-1">
            <a:extLst xmlns:a="http://schemas.openxmlformats.org/drawingml/2006/main">
              <a:ext uri="{FF2B5EF4-FFF2-40B4-BE49-F238E27FC236}">
                <a16:creationId xmlns:a16="http://schemas.microsoft.com/office/drawing/2014/main" id="{46A8131A-A227-4B9A-A248-B5748DC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target-2-1">
            <a:extLst xmlns:a="http://schemas.openxmlformats.org/drawingml/2006/main">
              <a:ext uri="{FF2B5EF4-FFF2-40B4-BE49-F238E27FC236}">
                <a16:creationId xmlns:a16="http://schemas.microsoft.com/office/drawing/2014/main" id="{AAF6AABE-EC65-4E2A-867F-5B8484E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1" name="stone-W-2-3">
            <a:extLst xmlns:a="http://schemas.openxmlformats.org/drawingml/2006/main">
              <a:ext uri="{FF2B5EF4-FFF2-40B4-BE49-F238E27FC236}">
                <a16:creationId xmlns:a16="http://schemas.microsoft.com/office/drawing/2014/main" id="{CDE206CE-7268-415B-8E0A-0AC61C8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target-2-3">
            <a:extLst xmlns:a="http://schemas.openxmlformats.org/drawingml/2006/main">
              <a:ext uri="{FF2B5EF4-FFF2-40B4-BE49-F238E27FC236}">
                <a16:creationId xmlns:a16="http://schemas.microsoft.com/office/drawing/2014/main" id="{DC4D83FB-E8A1-4743-88C6-324E6B7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3" name="question">
            <a:extLst xmlns:a="http://schemas.openxmlformats.org/drawingml/2006/main">
              <a:ext uri="{FF2B5EF4-FFF2-40B4-BE49-F238E27FC236}">
                <a16:creationId xmlns:a16="http://schemas.microsoft.com/office/drawing/2014/main" id="{99E5EB85-8814-42FE-B37E-F8F6D9B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黑先。本手提掉全部标记白子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（capture）；成功后立即结束本题。</a:t>
            </a:r>
          </a:p>
        </p:txBody>
      </p:sp>
      <p:sp>
        <p:nvSpPr>
          <p:cNvPr id="34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98DD2C12-3684-4EE6-BA57-193242AA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5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F47F01A1-245E-4411-8985-C060866B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4C19FF-7C47-4536-895E-6295569B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9 / 36</a:t>
            </a:r>
          </a:p>
        </p:txBody>
      </p:sp>
    </p:spTree>
    <p:extLst>
      <p:ext uri="{BB962C8B-B14F-4D97-AF65-F5344CB8AC3E}">
        <p14:creationId xmlns:p14="http://schemas.microsoft.com/office/powerpoint/2010/main" val="831059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61E18E-E6D2-4C96-B327-2BB69280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CAP-005  先提子再检查自杀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170134D8-EE65-419F-8BC5-BFBE4EF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732E51B7-207B-4E40-A690-7F740D3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62DAB7BB-9CEB-46FF-AE77-2BC949FC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23C22C71-4273-4151-BAE8-8915E95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85B884A2-1CC2-4C34-924A-59A128B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D63CEE77-2EAF-4066-8879-8FC79387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321F78F4-624C-423A-A8DF-E0BDA83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700646F7-3C61-4C39-A323-C3E93DE9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EC154885-BE44-4E22-BB66-6B0CD6BB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70B51C44-D7E4-46B1-A4CF-71E53686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587B16FF-7AC5-4675-BB3E-1E769455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5AFD3185-E096-4AA8-AEBC-DAE312D7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5035100C-83E3-4306-887E-71C8EDAB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31EFBB14-640B-48FA-87DF-432997A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031653B3-640E-42A5-8522-F7E1D112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0F0AFD1C-F036-4DA1-8739-B92BC26E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52E33C41-1A2B-479D-9E8F-3E807CC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A022B3CC-8D61-46CA-978B-3925F366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184F215A-4028-4665-AC0B-2220E4D7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221FE5DB-896F-4E1B-B04C-FF71DBC7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0FD1F60B-364E-4225-AE7C-4C4BD7C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2">
            <a:extLst xmlns:a="http://schemas.openxmlformats.org/drawingml/2006/main">
              <a:ext uri="{FF2B5EF4-FFF2-40B4-BE49-F238E27FC236}">
                <a16:creationId xmlns:a16="http://schemas.microsoft.com/office/drawing/2014/main" id="{7A81E2CE-6A12-47D3-A865-B8421468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1-1">
            <a:extLst xmlns:a="http://schemas.openxmlformats.org/drawingml/2006/main">
              <a:ext uri="{FF2B5EF4-FFF2-40B4-BE49-F238E27FC236}">
                <a16:creationId xmlns:a16="http://schemas.microsoft.com/office/drawing/2014/main" id="{B32EDEB2-EE1A-4572-A1F5-237A7351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3">
            <a:extLst xmlns:a="http://schemas.openxmlformats.org/drawingml/2006/main">
              <a:ext uri="{FF2B5EF4-FFF2-40B4-BE49-F238E27FC236}">
                <a16:creationId xmlns:a16="http://schemas.microsoft.com/office/drawing/2014/main" id="{52F335A1-7AB0-41D5-A4E8-5E5A7B2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2-0">
            <a:extLst xmlns:a="http://schemas.openxmlformats.org/drawingml/2006/main">
              <a:ext uri="{FF2B5EF4-FFF2-40B4-BE49-F238E27FC236}">
                <a16:creationId xmlns:a16="http://schemas.microsoft.com/office/drawing/2014/main" id="{899D5545-D227-4963-99DF-5768FDBE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3-1">
            <a:extLst xmlns:a="http://schemas.openxmlformats.org/drawingml/2006/main">
              <a:ext uri="{FF2B5EF4-FFF2-40B4-BE49-F238E27FC236}">
                <a16:creationId xmlns:a16="http://schemas.microsoft.com/office/drawing/2014/main" id="{4567ABE7-CD48-4973-962A-72EEF29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2-4">
            <a:extLst xmlns:a="http://schemas.openxmlformats.org/drawingml/2006/main">
              <a:ext uri="{FF2B5EF4-FFF2-40B4-BE49-F238E27FC236}">
                <a16:creationId xmlns:a16="http://schemas.microsoft.com/office/drawing/2014/main" id="{AB8A508A-0DCA-419C-A8C7-D57A55BA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3-3">
            <a:extLst xmlns:a="http://schemas.openxmlformats.org/drawingml/2006/main">
              <a:ext uri="{FF2B5EF4-FFF2-40B4-BE49-F238E27FC236}">
                <a16:creationId xmlns:a16="http://schemas.microsoft.com/office/drawing/2014/main" id="{BA270C60-5AA5-49B2-862C-EC38DB2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4-2">
            <a:extLst xmlns:a="http://schemas.openxmlformats.org/drawingml/2006/main">
              <a:ext uri="{FF2B5EF4-FFF2-40B4-BE49-F238E27FC236}">
                <a16:creationId xmlns:a16="http://schemas.microsoft.com/office/drawing/2014/main" id="{DC6682C3-F143-461A-A3B0-AF904A03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1-2">
            <a:extLst xmlns:a="http://schemas.openxmlformats.org/drawingml/2006/main">
              <a:ext uri="{FF2B5EF4-FFF2-40B4-BE49-F238E27FC236}">
                <a16:creationId xmlns:a16="http://schemas.microsoft.com/office/drawing/2014/main" id="{140C603D-D48D-4163-8614-363041D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target-1-2">
            <a:extLst xmlns:a="http://schemas.openxmlformats.org/drawingml/2006/main">
              <a:ext uri="{FF2B5EF4-FFF2-40B4-BE49-F238E27FC236}">
                <a16:creationId xmlns:a16="http://schemas.microsoft.com/office/drawing/2014/main" id="{D5DFEBC7-9FD4-403E-8C8B-CDF0462B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3" name="stone-W-2-1">
            <a:extLst xmlns:a="http://schemas.openxmlformats.org/drawingml/2006/main">
              <a:ext uri="{FF2B5EF4-FFF2-40B4-BE49-F238E27FC236}">
                <a16:creationId xmlns:a16="http://schemas.microsoft.com/office/drawing/2014/main" id="{238076BF-F64A-4689-B0A1-8E4D77BC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target-2-1">
            <a:extLst xmlns:a="http://schemas.openxmlformats.org/drawingml/2006/main">
              <a:ext uri="{FF2B5EF4-FFF2-40B4-BE49-F238E27FC236}">
                <a16:creationId xmlns:a16="http://schemas.microsoft.com/office/drawing/2014/main" id="{5A3AAA82-2E98-45A0-9AA2-251A422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5" name="stone-W-2-3">
            <a:extLst xmlns:a="http://schemas.openxmlformats.org/drawingml/2006/main">
              <a:ext uri="{FF2B5EF4-FFF2-40B4-BE49-F238E27FC236}">
                <a16:creationId xmlns:a16="http://schemas.microsoft.com/office/drawing/2014/main" id="{EFB26110-B3CA-4CCA-BD2B-5B4D74EB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target-2-3">
            <a:extLst xmlns:a="http://schemas.openxmlformats.org/drawingml/2006/main">
              <a:ext uri="{FF2B5EF4-FFF2-40B4-BE49-F238E27FC236}">
                <a16:creationId xmlns:a16="http://schemas.microsoft.com/office/drawing/2014/main" id="{FA27D001-201F-4140-A0BC-BD8E0C7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7" name="stone-W-3-2">
            <a:extLst xmlns:a="http://schemas.openxmlformats.org/drawingml/2006/main">
              <a:ext uri="{FF2B5EF4-FFF2-40B4-BE49-F238E27FC236}">
                <a16:creationId xmlns:a16="http://schemas.microsoft.com/office/drawing/2014/main" id="{288FB897-F766-4B69-97F5-F9133D9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target-3-2">
            <a:extLst xmlns:a="http://schemas.openxmlformats.org/drawingml/2006/main">
              <a:ext uri="{FF2B5EF4-FFF2-40B4-BE49-F238E27FC236}">
                <a16:creationId xmlns:a16="http://schemas.microsoft.com/office/drawing/2014/main" id="{A7D3C78E-DA78-4CFD-9DB9-66861074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720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question">
            <a:extLst xmlns:a="http://schemas.openxmlformats.org/drawingml/2006/main">
              <a:ext uri="{FF2B5EF4-FFF2-40B4-BE49-F238E27FC236}">
                <a16:creationId xmlns:a16="http://schemas.microsoft.com/office/drawing/2014/main" id="{A19C98BA-A7A7-4EDA-9E28-3FC9EBB7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黑先。本手提掉全部标记白子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（capture）；成功后立即结束本题。</a:t>
            </a:r>
          </a:p>
        </p:txBody>
      </p:sp>
      <p:sp>
        <p:nvSpPr>
          <p:cNvPr id="4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F4FA7142-64E2-427E-A927-34E871A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4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BAA21423-6D28-45B4-B029-F11F698B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A964A4-DFDB-47D2-8A5C-CE490B2A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10 / 36</a:t>
            </a:r>
          </a:p>
        </p:txBody>
      </p:sp>
    </p:spTree>
    <p:extLst>
      <p:ext uri="{BB962C8B-B14F-4D97-AF65-F5344CB8AC3E}">
        <p14:creationId xmlns:p14="http://schemas.microsoft.com/office/powerpoint/2010/main" val="1005344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A5DCC3-D682-48FD-A817-8359668C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CON-001  一间空点连接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0EBCA2DD-3B23-4C2A-9C72-801AC12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E8DE8418-9FED-454F-92C0-0B560F3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920F59F1-E598-444B-892C-6401CC79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8F52FEBF-7F5F-4288-B02B-0A622739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CC737C8D-B998-47FB-8BE0-928E650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3E984DC3-E1A5-4613-AAFA-2A01094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754DEC2F-2529-4356-AC82-1EC2FA7E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096A4FF0-DDC4-41F0-8E37-BF11A4F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103ACC9A-7939-48AA-9843-4C16D95E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CFDAE6F9-CA9B-42FF-9DCA-9308A395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A53DDEFA-EFD1-4128-B3D2-7F014A90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8AA2E2FA-3E17-4E06-8281-3B34A88F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61E574D9-AC69-4E9E-B19E-D0156F8E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B96110C0-AE85-4B8E-9993-61EBBBB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454B1B21-E47E-493C-98DD-A33B251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4FA7DD4A-473C-49DE-8593-4A2A47C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4220595B-BAFD-436D-A696-B25585B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4C3A5E1F-A674-40BE-A98C-52E39FE2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BBEF44B4-7613-43FF-8B4A-7122F298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F862AFE8-4FB1-4FCC-B7E0-028A68CC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420ECEF5-A4C9-4A08-B5B0-C868C6B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2-1">
            <a:extLst xmlns:a="http://schemas.openxmlformats.org/drawingml/2006/main">
              <a:ext uri="{FF2B5EF4-FFF2-40B4-BE49-F238E27FC236}">
                <a16:creationId xmlns:a16="http://schemas.microsoft.com/office/drawing/2014/main" id="{52010110-3992-4B27-A897-A9F69050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2-1">
            <a:extLst xmlns:a="http://schemas.openxmlformats.org/drawingml/2006/main">
              <a:ext uri="{FF2B5EF4-FFF2-40B4-BE49-F238E27FC236}">
                <a16:creationId xmlns:a16="http://schemas.microsoft.com/office/drawing/2014/main" id="{1588E3B4-5D5D-40A9-B57A-0303808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2-3">
            <a:extLst xmlns:a="http://schemas.openxmlformats.org/drawingml/2006/main">
              <a:ext uri="{FF2B5EF4-FFF2-40B4-BE49-F238E27FC236}">
                <a16:creationId xmlns:a16="http://schemas.microsoft.com/office/drawing/2014/main" id="{1D5DBF9B-09AF-4BE5-8B56-C6F5C46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2-3">
            <a:extLst xmlns:a="http://schemas.openxmlformats.org/drawingml/2006/main">
              <a:ext uri="{FF2B5EF4-FFF2-40B4-BE49-F238E27FC236}">
                <a16:creationId xmlns:a16="http://schemas.microsoft.com/office/drawing/2014/main" id="{70AF3E0B-9BF5-4C66-967D-698DC50B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7" name="stone-W-1-2">
            <a:extLst xmlns:a="http://schemas.openxmlformats.org/drawingml/2006/main">
              <a:ext uri="{FF2B5EF4-FFF2-40B4-BE49-F238E27FC236}">
                <a16:creationId xmlns:a16="http://schemas.microsoft.com/office/drawing/2014/main" id="{8352D44B-387E-44AA-9A13-4962CD5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question">
            <a:extLst xmlns:a="http://schemas.openxmlformats.org/drawingml/2006/main">
              <a:ext uri="{FF2B5EF4-FFF2-40B4-BE49-F238E27FC236}">
                <a16:creationId xmlns:a16="http://schemas.microsoft.com/office/drawing/2014/main" id="{C370268A-30F9-4BB0-BAA7-B259D3E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黑先。本手把两个标记目标连接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（connection）为一块。</a:t>
            </a:r>
          </a:p>
        </p:txBody>
      </p:sp>
      <p:sp>
        <p:nvSpPr>
          <p:cNvPr id="29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4D1D4F8E-9DA5-47AF-995F-BE6ACE21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0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29BDFE6C-A817-456D-A24A-7267F77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5D1B3A-0BBB-4095-8A4C-F9AB4225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11 / 36</a:t>
            </a:r>
          </a:p>
        </p:txBody>
      </p:sp>
    </p:spTree>
    <p:extLst>
      <p:ext uri="{BB962C8B-B14F-4D97-AF65-F5344CB8AC3E}">
        <p14:creationId xmlns:p14="http://schemas.microsoft.com/office/powerpoint/2010/main" val="1716550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602DE5-2849-4696-B3CD-6B61A8F5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CON-002  斜邻有两条接法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D8E169A5-296C-4D3A-8073-CE5746CE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87B9D390-8939-490E-A81E-3678437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D1EE76C5-C22F-490D-B247-A93C9EA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35AFBA33-EA47-4B4F-8093-36B83355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17E6229E-0AF1-4AEC-B41C-52FF6A55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49556856-9F7C-41F6-96FE-ED640ED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844F27A6-FAD5-4AF9-8B1C-83A65BE8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3AD1A213-7298-4213-A0C0-2CF4A56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5C0F2525-4BB1-422A-9C4D-8813569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23902E40-408B-4B53-BCF3-0A15BDC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3CC922D9-1E84-4E53-B404-69C0D23C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63F10C7B-3F55-43C5-9924-3889C2F4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1E10BA01-E4CE-427C-BAAB-9A9E8BA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AA36F10B-1840-4AF6-A331-4258F09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950780A9-0FE5-491B-9B09-C63AE703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DD2FF23-B842-4295-9F24-8B25FF81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FF34C205-750E-49A8-B04D-166ABB74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DE1D823C-AC3E-4D62-898F-A2D449B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B3D82823-2829-4C82-B151-5667AB7C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382DB13C-130D-4E3E-B324-F5AF14D0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72A2A15A-0642-4747-8E18-207CE447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1-1">
            <a:extLst xmlns:a="http://schemas.openxmlformats.org/drawingml/2006/main">
              <a:ext uri="{FF2B5EF4-FFF2-40B4-BE49-F238E27FC236}">
                <a16:creationId xmlns:a16="http://schemas.microsoft.com/office/drawing/2014/main" id="{23303A6F-6205-4F31-9CC9-8D6333D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1-1">
            <a:extLst xmlns:a="http://schemas.openxmlformats.org/drawingml/2006/main">
              <a:ext uri="{FF2B5EF4-FFF2-40B4-BE49-F238E27FC236}">
                <a16:creationId xmlns:a16="http://schemas.microsoft.com/office/drawing/2014/main" id="{0D9CC3AC-09B6-4EAE-9E9A-D0744282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2-2">
            <a:extLst xmlns:a="http://schemas.openxmlformats.org/drawingml/2006/main">
              <a:ext uri="{FF2B5EF4-FFF2-40B4-BE49-F238E27FC236}">
                <a16:creationId xmlns:a16="http://schemas.microsoft.com/office/drawing/2014/main" id="{77E9914E-5B51-457C-B834-0894E35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2-2">
            <a:extLst xmlns:a="http://schemas.openxmlformats.org/drawingml/2006/main">
              <a:ext uri="{FF2B5EF4-FFF2-40B4-BE49-F238E27FC236}">
                <a16:creationId xmlns:a16="http://schemas.microsoft.com/office/drawing/2014/main" id="{92A50C45-59B7-4367-9605-69B3860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7" name="stone-W-1-3">
            <a:extLst xmlns:a="http://schemas.openxmlformats.org/drawingml/2006/main">
              <a:ext uri="{FF2B5EF4-FFF2-40B4-BE49-F238E27FC236}">
                <a16:creationId xmlns:a16="http://schemas.microsoft.com/office/drawing/2014/main" id="{BE47AAE5-8842-4C2B-AD69-11A70D92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question">
            <a:extLst xmlns:a="http://schemas.openxmlformats.org/drawingml/2006/main">
              <a:ext uri="{FF2B5EF4-FFF2-40B4-BE49-F238E27FC236}">
                <a16:creationId xmlns:a16="http://schemas.microsoft.com/office/drawing/2014/main" id="{7B2BC13E-C719-4143-A6EA-A890DED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黑先。本手把两个标记目标连接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（connection）为一块。</a:t>
            </a:r>
          </a:p>
        </p:txBody>
      </p:sp>
      <p:sp>
        <p:nvSpPr>
          <p:cNvPr id="29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85DB0E21-6E43-4708-AF86-0561E63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0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B3E02DF3-39B8-423D-8F60-5D3CE768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48D562-F47E-46DC-92B9-4131B48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12 / 36</a:t>
            </a:r>
          </a:p>
        </p:txBody>
      </p:sp>
    </p:spTree>
    <p:extLst>
      <p:ext uri="{BB962C8B-B14F-4D97-AF65-F5344CB8AC3E}">
        <p14:creationId xmlns:p14="http://schemas.microsoft.com/office/powerpoint/2010/main" val="17430737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B909BC-0F93-468B-BAAF-8E9942A5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CON-003  打吃时向外延伸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343172B2-66B4-415F-B15E-3FA6C91F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5723348E-2AFD-4649-978A-2559DDC3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A4AF35F5-0AD3-489C-A476-D13C28E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3D9A788F-225D-4B48-8247-4B7EEB1A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E7694C88-121D-490C-A444-55199872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A9C524C-D6E0-4E46-A07B-2F92C6E5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8DF54321-48C1-43C1-9377-86E26CD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28FBFD3D-3670-446F-B5C9-7F575FC5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B9244101-2BDD-4376-A0A0-589D43A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A2720B5B-9C2F-4C70-B421-BCD7B4C3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F7C9018E-E7BF-4985-B963-C0938D6E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CC2E44AF-0D54-407A-9968-EF3D8616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E603CB9B-07B0-47C9-9242-57FA8A0E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F4D74AEB-E0B6-4AFA-B5EC-D04F341D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97251E56-9E2B-4ECE-8F02-C863A8B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88ADE7F-7495-4967-A188-BF521FFE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AF9D8C0A-B8C5-4D93-B051-121851FE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E531D43E-F676-429F-BC5B-6DCB2900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C0A43829-43F1-44FB-8F23-D3AC3E9E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A3FAB700-1E31-492A-803F-FAAC342F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FA437C78-26A7-40A4-A0F2-31BC90E1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2-2">
            <a:extLst xmlns:a="http://schemas.openxmlformats.org/drawingml/2006/main">
              <a:ext uri="{FF2B5EF4-FFF2-40B4-BE49-F238E27FC236}">
                <a16:creationId xmlns:a16="http://schemas.microsoft.com/office/drawing/2014/main" id="{63B2DF64-AC60-463F-9859-C172E5E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2-2">
            <a:extLst xmlns:a="http://schemas.openxmlformats.org/drawingml/2006/main">
              <a:ext uri="{FF2B5EF4-FFF2-40B4-BE49-F238E27FC236}">
                <a16:creationId xmlns:a16="http://schemas.microsoft.com/office/drawing/2014/main" id="{A4CDE9BB-4A7D-45B4-942A-55E8925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W-2-1">
            <a:extLst xmlns:a="http://schemas.openxmlformats.org/drawingml/2006/main">
              <a:ext uri="{FF2B5EF4-FFF2-40B4-BE49-F238E27FC236}">
                <a16:creationId xmlns:a16="http://schemas.microsoft.com/office/drawing/2014/main" id="{06054529-9F16-4050-906C-01FC10E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W-1-2">
            <a:extLst xmlns:a="http://schemas.openxmlformats.org/drawingml/2006/main">
              <a:ext uri="{FF2B5EF4-FFF2-40B4-BE49-F238E27FC236}">
                <a16:creationId xmlns:a16="http://schemas.microsoft.com/office/drawing/2014/main" id="{4A0DDBD1-9E50-4FBA-A779-A36E5D6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W-2-3">
            <a:extLst xmlns:a="http://schemas.openxmlformats.org/drawingml/2006/main">
              <a:ext uri="{FF2B5EF4-FFF2-40B4-BE49-F238E27FC236}">
                <a16:creationId xmlns:a16="http://schemas.microsoft.com/office/drawing/2014/main" id="{319F17F8-7A97-46B6-9536-C093863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question">
            <a:extLst xmlns:a="http://schemas.openxmlformats.org/drawingml/2006/main">
              <a:ext uri="{FF2B5EF4-FFF2-40B4-BE49-F238E27FC236}">
                <a16:creationId xmlns:a16="http://schemas.microsoft.com/office/drawing/2014/main" id="{C2FF5F13-0A16-457D-937A-D86C72D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黑先。本手救出被打吃（atari）的目标，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使其至少有两口气。</a:t>
            </a:r>
          </a:p>
        </p:txBody>
      </p:sp>
      <p:sp>
        <p:nvSpPr>
          <p:cNvPr id="29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35438220-CC9E-494A-B123-16CE7B3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0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53A21484-2434-4731-97F5-3ED913F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FB566C-35D2-4F3C-875D-40C85A1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13 / 36</a:t>
            </a:r>
          </a:p>
        </p:txBody>
      </p:sp>
    </p:spTree>
    <p:extLst>
      <p:ext uri="{BB962C8B-B14F-4D97-AF65-F5344CB8AC3E}">
        <p14:creationId xmlns:p14="http://schemas.microsoft.com/office/powerpoint/2010/main" val="1568987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0A70EC-68F9-4437-8C09-A0FF4266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CON-004  边上搭桥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010537B3-2971-48F4-9B4F-1A7F3A9B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25F9EC6-F87B-4222-8514-02CF40E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56A41B09-766E-422D-83F0-184CAFA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C4826FD1-FBB9-4502-A9CB-5407B756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6087F887-B0F2-4DD5-A833-570BDCA0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365F74FD-1571-439A-A9DF-C5C3612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1221DC1A-312B-4914-9D90-C2DF3430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26D83FD5-A5D3-40EB-9292-E8813977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0528B8C6-C7B0-48D1-B51E-5C714E8A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A39ADFA2-0213-48AB-B175-4F2C3DAB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521DCEE6-B610-4296-895E-01CBC7DB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C880FCA5-885C-4F74-8EA0-B388633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1261DC3C-14B8-4401-ADCD-354D8583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B5B0B23C-C702-4C77-8FDA-4A4128EE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DBFD5836-A559-41E0-BC35-955B594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9B7D7F57-2136-49D1-9371-0EFB4258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38BB049C-10F2-4320-AED5-A5AB7D6E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601C6E5A-4B2F-4005-8D80-DEC4B858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692286B6-1439-46BC-8E8F-66320A30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26B08CB5-874F-47F6-8DC5-33DBDCF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DA1E2943-5645-4BF0-AD7E-3C5C245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1">
            <a:extLst xmlns:a="http://schemas.openxmlformats.org/drawingml/2006/main">
              <a:ext uri="{FF2B5EF4-FFF2-40B4-BE49-F238E27FC236}">
                <a16:creationId xmlns:a16="http://schemas.microsoft.com/office/drawing/2014/main" id="{276E1B69-C953-4D7F-A575-6A64359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0-1">
            <a:extLst xmlns:a="http://schemas.openxmlformats.org/drawingml/2006/main">
              <a:ext uri="{FF2B5EF4-FFF2-40B4-BE49-F238E27FC236}">
                <a16:creationId xmlns:a16="http://schemas.microsoft.com/office/drawing/2014/main" id="{F3AF2BE6-F1D8-488C-A01E-4601933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188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0-3">
            <a:extLst xmlns:a="http://schemas.openxmlformats.org/drawingml/2006/main">
              <a:ext uri="{FF2B5EF4-FFF2-40B4-BE49-F238E27FC236}">
                <a16:creationId xmlns:a16="http://schemas.microsoft.com/office/drawing/2014/main" id="{16D44622-5618-4C6E-9D2B-E3FC55A1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0-3">
            <a:extLst xmlns:a="http://schemas.openxmlformats.org/drawingml/2006/main">
              <a:ext uri="{FF2B5EF4-FFF2-40B4-BE49-F238E27FC236}">
                <a16:creationId xmlns:a16="http://schemas.microsoft.com/office/drawing/2014/main" id="{D966F2F8-D9EF-4350-ACA6-862F8A12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188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7" name="stone-W-1-1">
            <a:extLst xmlns:a="http://schemas.openxmlformats.org/drawingml/2006/main">
              <a:ext uri="{FF2B5EF4-FFF2-40B4-BE49-F238E27FC236}">
                <a16:creationId xmlns:a16="http://schemas.microsoft.com/office/drawing/2014/main" id="{84B28C46-6564-46B7-B06A-F1B534B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W-1-3">
            <a:extLst xmlns:a="http://schemas.openxmlformats.org/drawingml/2006/main">
              <a:ext uri="{FF2B5EF4-FFF2-40B4-BE49-F238E27FC236}">
                <a16:creationId xmlns:a16="http://schemas.microsoft.com/office/drawing/2014/main" id="{7BCAAA38-29A5-4A9B-8655-BD9147DC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question">
            <a:extLst xmlns:a="http://schemas.openxmlformats.org/drawingml/2006/main">
              <a:ext uri="{FF2B5EF4-FFF2-40B4-BE49-F238E27FC236}">
                <a16:creationId xmlns:a16="http://schemas.microsoft.com/office/drawing/2014/main" id="{1AF83706-D2C6-4583-9BF4-3CB86BA7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黑先。本手把两个标记目标连接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（connection）为一块。</a:t>
            </a:r>
          </a:p>
        </p:txBody>
      </p:sp>
      <p:sp>
        <p:nvSpPr>
          <p:cNvPr id="3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C7015EDC-4EDC-4741-96E2-A91BD8D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F45EA7CB-B043-4DBA-A5F8-5A7E1CD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BF6F89-3CC8-4ED9-AAE2-219D3FA7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14 / 36</a:t>
            </a:r>
          </a:p>
        </p:txBody>
      </p:sp>
    </p:spTree>
    <p:extLst>
      <p:ext uri="{BB962C8B-B14F-4D97-AF65-F5344CB8AC3E}">
        <p14:creationId xmlns:p14="http://schemas.microsoft.com/office/powerpoint/2010/main" val="1846989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8B9EF9-0EDE-4F75-8C22-13FFF62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CON-005  逃跑同时接到同伴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94FAA180-1F29-4AE1-94A4-8935292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E7736D6-906E-4327-A2AE-E4C3F30A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FA74D5C9-3E31-466F-8624-12E36480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3B8493E4-13CF-4010-A879-97C6C804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39C7F43C-B612-4D2B-82AD-9BCF9913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D7536871-DA8F-4B04-8177-2A8B006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2FED1889-54AE-4B2E-9B19-2AE75CE7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A50D17FC-1F6A-467C-AC74-D0C6723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4596895B-7E85-46A7-B9B2-2947CAB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97FA840C-A2DA-43AE-8846-CE81693F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4C1186F5-7163-4C0C-BED0-4DC5183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EB083BEB-A2DA-483C-A970-A33C498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9FE0C78A-8DB0-4115-B7FA-C8F65780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521596CD-4817-4759-B001-B5E4FE8A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D6239515-55CD-42CC-A185-FC2B0C4F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63FD1EE0-14F6-4CE0-B885-26DA064D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2A1D8C30-33EC-42A7-A3BF-E9D92655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12DE31FA-C59E-44C5-A8D1-B5059319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A90EA6DD-DD08-4FC4-AB4D-F6F4A0A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3BE0EA74-FA01-4D55-8C19-33648F0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512D15A0-BDAE-4BCA-AF68-3C1D2731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2-0">
            <a:extLst xmlns:a="http://schemas.openxmlformats.org/drawingml/2006/main">
              <a:ext uri="{FF2B5EF4-FFF2-40B4-BE49-F238E27FC236}">
                <a16:creationId xmlns:a16="http://schemas.microsoft.com/office/drawing/2014/main" id="{96D6943E-CF51-4C56-BA4C-0C14F94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2-0">
            <a:extLst xmlns:a="http://schemas.openxmlformats.org/drawingml/2006/main">
              <a:ext uri="{FF2B5EF4-FFF2-40B4-BE49-F238E27FC236}">
                <a16:creationId xmlns:a16="http://schemas.microsoft.com/office/drawing/2014/main" id="{332AC852-E747-4A48-9CE7-87B6C22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3-1">
            <a:extLst xmlns:a="http://schemas.openxmlformats.org/drawingml/2006/main">
              <a:ext uri="{FF2B5EF4-FFF2-40B4-BE49-F238E27FC236}">
                <a16:creationId xmlns:a16="http://schemas.microsoft.com/office/drawing/2014/main" id="{D9302974-D463-4851-B10B-C173302D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3-1">
            <a:extLst xmlns:a="http://schemas.openxmlformats.org/drawingml/2006/main">
              <a:ext uri="{FF2B5EF4-FFF2-40B4-BE49-F238E27FC236}">
                <a16:creationId xmlns:a16="http://schemas.microsoft.com/office/drawing/2014/main" id="{91035052-CEE2-4B95-BF58-C459693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46720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7" name="stone-W-1-0">
            <a:extLst xmlns:a="http://schemas.openxmlformats.org/drawingml/2006/main">
              <a:ext uri="{FF2B5EF4-FFF2-40B4-BE49-F238E27FC236}">
                <a16:creationId xmlns:a16="http://schemas.microsoft.com/office/drawing/2014/main" id="{5E3A9048-8D3E-484F-AD48-0769568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W-2-1">
            <a:extLst xmlns:a="http://schemas.openxmlformats.org/drawingml/2006/main">
              <a:ext uri="{FF2B5EF4-FFF2-40B4-BE49-F238E27FC236}">
                <a16:creationId xmlns:a16="http://schemas.microsoft.com/office/drawing/2014/main" id="{55A859BF-2821-46F4-AD67-9515785D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question">
            <a:extLst xmlns:a="http://schemas.openxmlformats.org/drawingml/2006/main">
              <a:ext uri="{FF2B5EF4-FFF2-40B4-BE49-F238E27FC236}">
                <a16:creationId xmlns:a16="http://schemas.microsoft.com/office/drawing/2014/main" id="{2FB3F5F2-AD30-4508-AEE2-C5103B92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黑先。本手把两个标记目标连接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（connection）为一块。</a:t>
            </a:r>
          </a:p>
        </p:txBody>
      </p:sp>
      <p:sp>
        <p:nvSpPr>
          <p:cNvPr id="3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AC733F08-436B-4983-AD40-0D143E32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F32438D6-3CC0-4C89-8C9B-B77882E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3045F9-F333-4E2B-B32F-98AD9601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15 / 36</a:t>
            </a:r>
          </a:p>
        </p:txBody>
      </p:sp>
    </p:spTree>
    <p:extLst>
      <p:ext uri="{BB962C8B-B14F-4D97-AF65-F5344CB8AC3E}">
        <p14:creationId xmlns:p14="http://schemas.microsoft.com/office/powerpoint/2010/main" val="17972988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A8613E-10A1-4B3F-9714-C3087C68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LIFE-001  两个独立真眼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0EDDE92F-889C-40F6-9313-74FD698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白方轮次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3BE10885-E3FF-45DE-883D-F7A7EF0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0CFDA662-EBC2-43C0-8C0A-3CDE2BC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50B8838A-B66C-4FBD-8549-E5463BE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92C34004-B2DC-490A-82B2-2B8BB7E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A381DB3-9F71-4888-9B01-7CD3E735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D774A14C-7319-480B-B92F-594A993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5D521672-3EED-4AAD-AAE7-6DE96F9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B30D8312-3637-4916-848C-273F4B58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4D67DFA6-101E-4560-915E-84AFA845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F7188C14-F403-4B53-A15E-805BD57B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BCED54A4-CE21-4750-94D3-FF5B9DA8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A99D1C76-9FD3-4E76-98E3-107CF8B8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64F7396B-D724-409E-864F-1EA1DB7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DD92BB1E-3C54-473F-BFE5-5863B3B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BBE6A3CD-556A-4CB0-9A3E-0CFFD9E8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B0DE93ED-668E-4654-8584-1F2ACF62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3A24EC61-50AE-4C29-9710-201039AB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66C94FEA-B77F-4CF9-BF50-D34EBE8A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C42E9892-1876-40E7-95FF-4C071033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7DD09E71-671C-44D5-92B2-516C06AC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F5B64D8B-EC30-49BA-BF9A-58A812E1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1">
            <a:extLst xmlns:a="http://schemas.openxmlformats.org/drawingml/2006/main">
              <a:ext uri="{FF2B5EF4-FFF2-40B4-BE49-F238E27FC236}">
                <a16:creationId xmlns:a16="http://schemas.microsoft.com/office/drawing/2014/main" id="{1658B139-4324-48E0-84D9-21518262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2">
            <a:extLst xmlns:a="http://schemas.openxmlformats.org/drawingml/2006/main">
              <a:ext uri="{FF2B5EF4-FFF2-40B4-BE49-F238E27FC236}">
                <a16:creationId xmlns:a16="http://schemas.microsoft.com/office/drawing/2014/main" id="{41E5BBC1-3650-419A-8921-0E67A462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0-3">
            <a:extLst xmlns:a="http://schemas.openxmlformats.org/drawingml/2006/main">
              <a:ext uri="{FF2B5EF4-FFF2-40B4-BE49-F238E27FC236}">
                <a16:creationId xmlns:a16="http://schemas.microsoft.com/office/drawing/2014/main" id="{A0464822-A74E-4E92-A18A-E063DCF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0-4">
            <a:extLst xmlns:a="http://schemas.openxmlformats.org/drawingml/2006/main">
              <a:ext uri="{FF2B5EF4-FFF2-40B4-BE49-F238E27FC236}">
                <a16:creationId xmlns:a16="http://schemas.microsoft.com/office/drawing/2014/main" id="{280153D7-4A6C-4BF9-B56F-7B3539E8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0">
            <a:extLst xmlns:a="http://schemas.openxmlformats.org/drawingml/2006/main">
              <a:ext uri="{FF2B5EF4-FFF2-40B4-BE49-F238E27FC236}">
                <a16:creationId xmlns:a16="http://schemas.microsoft.com/office/drawing/2014/main" id="{C77D1F50-06DC-4ACF-AF7F-275D5708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2">
            <a:extLst xmlns:a="http://schemas.openxmlformats.org/drawingml/2006/main">
              <a:ext uri="{FF2B5EF4-FFF2-40B4-BE49-F238E27FC236}">
                <a16:creationId xmlns:a16="http://schemas.microsoft.com/office/drawing/2014/main" id="{0E8F9980-9C30-414B-9379-DDD0F9DE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target-1-2">
            <a:extLst xmlns:a="http://schemas.openxmlformats.org/drawingml/2006/main">
              <a:ext uri="{FF2B5EF4-FFF2-40B4-BE49-F238E27FC236}">
                <a16:creationId xmlns:a16="http://schemas.microsoft.com/office/drawing/2014/main" id="{2735EA09-3DA5-44FE-A7B2-50AD0584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1" name="stone-B-1-4">
            <a:extLst xmlns:a="http://schemas.openxmlformats.org/drawingml/2006/main">
              <a:ext uri="{FF2B5EF4-FFF2-40B4-BE49-F238E27FC236}">
                <a16:creationId xmlns:a16="http://schemas.microsoft.com/office/drawing/2014/main" id="{998944F8-24C4-4834-9ECB-BE395E91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B-2-0">
            <a:extLst xmlns:a="http://schemas.openxmlformats.org/drawingml/2006/main">
              <a:ext uri="{FF2B5EF4-FFF2-40B4-BE49-F238E27FC236}">
                <a16:creationId xmlns:a16="http://schemas.microsoft.com/office/drawing/2014/main" id="{8A127714-9959-4E3A-83A7-E4334CAB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B-2-1">
            <a:extLst xmlns:a="http://schemas.openxmlformats.org/drawingml/2006/main">
              <a:ext uri="{FF2B5EF4-FFF2-40B4-BE49-F238E27FC236}">
                <a16:creationId xmlns:a16="http://schemas.microsoft.com/office/drawing/2014/main" id="{6B595392-4C21-40A7-8D2D-0AFF88D4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B-2-2">
            <a:extLst xmlns:a="http://schemas.openxmlformats.org/drawingml/2006/main">
              <a:ext uri="{FF2B5EF4-FFF2-40B4-BE49-F238E27FC236}">
                <a16:creationId xmlns:a16="http://schemas.microsoft.com/office/drawing/2014/main" id="{E5CAFAFD-9503-4484-80C2-60F0CDB2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B-2-3">
            <a:extLst xmlns:a="http://schemas.openxmlformats.org/drawingml/2006/main">
              <a:ext uri="{FF2B5EF4-FFF2-40B4-BE49-F238E27FC236}">
                <a16:creationId xmlns:a16="http://schemas.microsoft.com/office/drawing/2014/main" id="{CE943FF8-A5C9-482B-B440-743CA2F8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B-2-4">
            <a:extLst xmlns:a="http://schemas.openxmlformats.org/drawingml/2006/main">
              <a:ext uri="{FF2B5EF4-FFF2-40B4-BE49-F238E27FC236}">
                <a16:creationId xmlns:a16="http://schemas.microsoft.com/office/drawing/2014/main" id="{4C3019A9-6A8B-424B-87E2-2786F5F4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0">
            <a:extLst xmlns:a="http://schemas.openxmlformats.org/drawingml/2006/main">
              <a:ext uri="{FF2B5EF4-FFF2-40B4-BE49-F238E27FC236}">
                <a16:creationId xmlns:a16="http://schemas.microsoft.com/office/drawing/2014/main" id="{39D83522-B5F8-4300-ACDB-BB655ED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1">
            <a:extLst xmlns:a="http://schemas.openxmlformats.org/drawingml/2006/main">
              <a:ext uri="{FF2B5EF4-FFF2-40B4-BE49-F238E27FC236}">
                <a16:creationId xmlns:a16="http://schemas.microsoft.com/office/drawing/2014/main" id="{19FC9F8C-B775-4FB3-8530-6841930C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3-2">
            <a:extLst xmlns:a="http://schemas.openxmlformats.org/drawingml/2006/main">
              <a:ext uri="{FF2B5EF4-FFF2-40B4-BE49-F238E27FC236}">
                <a16:creationId xmlns:a16="http://schemas.microsoft.com/office/drawing/2014/main" id="{DE573FB4-EAA7-4AB7-936E-EA9771A1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3-3">
            <a:extLst xmlns:a="http://schemas.openxmlformats.org/drawingml/2006/main">
              <a:ext uri="{FF2B5EF4-FFF2-40B4-BE49-F238E27FC236}">
                <a16:creationId xmlns:a16="http://schemas.microsoft.com/office/drawing/2014/main" id="{D36DAB0C-995D-449F-90AF-252A8F07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3-4">
            <a:extLst xmlns:a="http://schemas.openxmlformats.org/drawingml/2006/main">
              <a:ext uri="{FF2B5EF4-FFF2-40B4-BE49-F238E27FC236}">
                <a16:creationId xmlns:a16="http://schemas.microsoft.com/office/drawing/2014/main" id="{95E6BC92-EE08-432A-9481-00A60ACB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question">
            <a:extLst xmlns:a="http://schemas.openxmlformats.org/drawingml/2006/main">
              <a:ext uri="{FF2B5EF4-FFF2-40B4-BE49-F238E27FC236}">
                <a16:creationId xmlns:a16="http://schemas.microsoft.com/office/drawing/2014/main" id="{F8CB69B2-9FF1-4DBF-8ABB-FB0204BD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白方轮次。标出黑棋两个独立真眼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（true eyes）的空点。只选点，不落子。</a:t>
            </a:r>
          </a:p>
        </p:txBody>
      </p:sp>
      <p:sp>
        <p:nvSpPr>
          <p:cNvPr id="43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B4BC69D4-E043-4B17-B9C7-0B19725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44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4ACD3E6C-842D-4BD3-B9E2-EE6F136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4B930E-6345-4AC9-A6D6-508850BF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16 / 36</a:t>
            </a:r>
          </a:p>
        </p:txBody>
      </p:sp>
    </p:spTree>
    <p:extLst>
      <p:ext uri="{BB962C8B-B14F-4D97-AF65-F5344CB8AC3E}">
        <p14:creationId xmlns:p14="http://schemas.microsoft.com/office/powerpoint/2010/main" val="21028124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962E12-D904-4B1F-88F0-0720E48F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LIFE-002  看似眼的点可以被吃进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B09ABE90-DB21-42CA-8CB6-C56F75C6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白方轮次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62F62A2E-6131-4436-B079-5B9BE82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83FA11BE-535B-4F18-97EB-F350A1BC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FCDCB2A3-FE3B-4643-92C8-1F8295B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04E03E1A-49B9-4DCF-9415-FB46C8E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6D432FCC-1158-4A77-B1E6-4441F12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182B695B-F552-405C-B74E-598CD67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9D24A3BB-5E72-40FF-BC00-8D0EFD8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87EECF35-FF8D-41BE-8244-02AA9B04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786BCCB8-EB7F-4E9A-85BC-D4858A59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87C00583-3DB9-4737-A05F-F250A27A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B43E3730-A6B2-4D48-B631-989CB255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3490D209-EA1A-42CD-86EA-A3CC25D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278EDBAA-89E9-4A9E-AD6A-364E4A35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0040A6E1-FC27-432C-B454-ECBCA1F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7C4B9DF-2477-443A-8488-440115D2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CD9920D0-AA2F-4225-BE3E-1C66689F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5E7C7049-564D-4C7C-8B06-6D37C630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F3CF2948-6A67-47E1-99F9-94C3A48F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9F4BC15A-30CD-42F4-84B2-47265752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EA659889-9975-44D5-A84B-A162462C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1-2">
            <a:extLst xmlns:a="http://schemas.openxmlformats.org/drawingml/2006/main">
              <a:ext uri="{FF2B5EF4-FFF2-40B4-BE49-F238E27FC236}">
                <a16:creationId xmlns:a16="http://schemas.microsoft.com/office/drawing/2014/main" id="{60DC5418-C0A7-4304-8BEC-F40BEF5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target-1-2">
            <a:extLst xmlns:a="http://schemas.openxmlformats.org/drawingml/2006/main">
              <a:ext uri="{FF2B5EF4-FFF2-40B4-BE49-F238E27FC236}">
                <a16:creationId xmlns:a16="http://schemas.microsoft.com/office/drawing/2014/main" id="{E0E9ABE1-37E1-4C65-8F3C-669BDE8E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5" name="stone-B-2-1">
            <a:extLst xmlns:a="http://schemas.openxmlformats.org/drawingml/2006/main">
              <a:ext uri="{FF2B5EF4-FFF2-40B4-BE49-F238E27FC236}">
                <a16:creationId xmlns:a16="http://schemas.microsoft.com/office/drawing/2014/main" id="{08CB0B4D-0F06-4B35-A957-969D772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2-1">
            <a:extLst xmlns:a="http://schemas.openxmlformats.org/drawingml/2006/main">
              <a:ext uri="{FF2B5EF4-FFF2-40B4-BE49-F238E27FC236}">
                <a16:creationId xmlns:a16="http://schemas.microsoft.com/office/drawing/2014/main" id="{E450B411-A0B5-44AF-93B4-333C0DA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7" name="stone-B-2-3">
            <a:extLst xmlns:a="http://schemas.openxmlformats.org/drawingml/2006/main">
              <a:ext uri="{FF2B5EF4-FFF2-40B4-BE49-F238E27FC236}">
                <a16:creationId xmlns:a16="http://schemas.microsoft.com/office/drawing/2014/main" id="{0B7945F9-24D4-45A6-99B6-13D4D2F7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target-2-3">
            <a:extLst xmlns:a="http://schemas.openxmlformats.org/drawingml/2006/main">
              <a:ext uri="{FF2B5EF4-FFF2-40B4-BE49-F238E27FC236}">
                <a16:creationId xmlns:a16="http://schemas.microsoft.com/office/drawing/2014/main" id="{AAC9E524-7EDC-48C9-9DCE-00E2C2D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9" name="stone-B-3-2">
            <a:extLst xmlns:a="http://schemas.openxmlformats.org/drawingml/2006/main">
              <a:ext uri="{FF2B5EF4-FFF2-40B4-BE49-F238E27FC236}">
                <a16:creationId xmlns:a16="http://schemas.microsoft.com/office/drawing/2014/main" id="{8018AAD7-4060-447A-8019-6D0904BB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W-1-1">
            <a:extLst xmlns:a="http://schemas.openxmlformats.org/drawingml/2006/main">
              <a:ext uri="{FF2B5EF4-FFF2-40B4-BE49-F238E27FC236}">
                <a16:creationId xmlns:a16="http://schemas.microsoft.com/office/drawing/2014/main" id="{51D0E7A1-E322-4879-8F24-BE12549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1-3">
            <a:extLst xmlns:a="http://schemas.openxmlformats.org/drawingml/2006/main">
              <a:ext uri="{FF2B5EF4-FFF2-40B4-BE49-F238E27FC236}">
                <a16:creationId xmlns:a16="http://schemas.microsoft.com/office/drawing/2014/main" id="{76170DC3-28A8-474D-85DF-4F89313E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3-1">
            <a:extLst xmlns:a="http://schemas.openxmlformats.org/drawingml/2006/main">
              <a:ext uri="{FF2B5EF4-FFF2-40B4-BE49-F238E27FC236}">
                <a16:creationId xmlns:a16="http://schemas.microsoft.com/office/drawing/2014/main" id="{1B4C31BD-0932-4E26-86F1-489DFE6B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3-3">
            <a:extLst xmlns:a="http://schemas.openxmlformats.org/drawingml/2006/main">
              <a:ext uri="{FF2B5EF4-FFF2-40B4-BE49-F238E27FC236}">
                <a16:creationId xmlns:a16="http://schemas.microsoft.com/office/drawing/2014/main" id="{7744B964-7226-4708-A21A-1EB818E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0-2">
            <a:extLst xmlns:a="http://schemas.openxmlformats.org/drawingml/2006/main">
              <a:ext uri="{FF2B5EF4-FFF2-40B4-BE49-F238E27FC236}">
                <a16:creationId xmlns:a16="http://schemas.microsoft.com/office/drawing/2014/main" id="{900C6212-6F80-4CE5-8EF7-3CAB39D1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0">
            <a:extLst xmlns:a="http://schemas.openxmlformats.org/drawingml/2006/main">
              <a:ext uri="{FF2B5EF4-FFF2-40B4-BE49-F238E27FC236}">
                <a16:creationId xmlns:a16="http://schemas.microsoft.com/office/drawing/2014/main" id="{B37B7190-BF41-4292-8AA9-092139A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2-4">
            <a:extLst xmlns:a="http://schemas.openxmlformats.org/drawingml/2006/main">
              <a:ext uri="{FF2B5EF4-FFF2-40B4-BE49-F238E27FC236}">
                <a16:creationId xmlns:a16="http://schemas.microsoft.com/office/drawing/2014/main" id="{51305A59-875F-49C6-8219-9AE55727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question">
            <a:extLst xmlns:a="http://schemas.openxmlformats.org/drawingml/2006/main">
              <a:ext uri="{FF2B5EF4-FFF2-40B4-BE49-F238E27FC236}">
                <a16:creationId xmlns:a16="http://schemas.microsoft.com/office/drawing/2014/main" id="{19A5CD75-051F-41A5-87D7-F09829B0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白先。本手提掉标记的三颗黑子，说明 C3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为什么是假眼（false eye）。</a:t>
            </a:r>
          </a:p>
        </p:txBody>
      </p:sp>
      <p:sp>
        <p:nvSpPr>
          <p:cNvPr id="38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CE51766B-432D-4CF5-849E-567C286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9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56A0C483-ED97-4025-9FAF-FF676EEA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64F756-BC79-42B9-B256-890E9A32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17 / 36</a:t>
            </a:r>
          </a:p>
        </p:txBody>
      </p:sp>
    </p:spTree>
    <p:extLst>
      <p:ext uri="{BB962C8B-B14F-4D97-AF65-F5344CB8AC3E}">
        <p14:creationId xmlns:p14="http://schemas.microsoft.com/office/powerpoint/2010/main" val="11225404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478405-9CCC-440B-84BF-67B6D530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LIFE-003  先手把三点空间分开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FB5A46A3-6524-4046-B58E-227A9C64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C8706895-98A3-48A3-A7C1-3E43951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D6306CC9-9D64-44C4-975B-6A616C2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C73B45DD-11C9-4F0E-85E7-09BFB513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AB7F5B4B-E8E2-46F9-BDB5-7238BB2D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7D05F267-BB92-40F2-9F8F-E289064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E39DDA5D-5265-4A7F-AD4C-00EF4E73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7E3886B2-D0A5-4BF9-A5C8-7572F08B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5B79BA55-AA37-4983-8187-AA478E2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344390B8-BAB0-4F36-AE69-235FCE06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E8673822-9E59-4413-8251-4822ABD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CF3B9994-FF92-4946-871E-F09FD82C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4A2BD63C-1AC8-45D1-B903-7876823D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B216A62D-4BA2-43D9-8483-F023078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AB5CFF57-6CFE-47F2-AEE9-106B2E38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177766B-3ECF-4FBB-8A18-E06755E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B16A4053-E26F-4C11-B786-E9BA33E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D7BAA5EC-9FB9-4D25-B8E0-90D4145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1DE6E414-9768-438F-9824-BAAAA2E6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502147BC-9E5F-4860-B1E5-9E71363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4E2D2EA0-3757-4A54-87F1-721D9352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3">
            <a:extLst xmlns:a="http://schemas.openxmlformats.org/drawingml/2006/main">
              <a:ext uri="{FF2B5EF4-FFF2-40B4-BE49-F238E27FC236}">
                <a16:creationId xmlns:a16="http://schemas.microsoft.com/office/drawing/2014/main" id="{A4563651-B007-494E-AC47-0777C6BC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1-0">
            <a:extLst xmlns:a="http://schemas.openxmlformats.org/drawingml/2006/main">
              <a:ext uri="{FF2B5EF4-FFF2-40B4-BE49-F238E27FC236}">
                <a16:creationId xmlns:a16="http://schemas.microsoft.com/office/drawing/2014/main" id="{042EEA24-E8F2-45C0-AF52-9435054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1">
            <a:extLst xmlns:a="http://schemas.openxmlformats.org/drawingml/2006/main">
              <a:ext uri="{FF2B5EF4-FFF2-40B4-BE49-F238E27FC236}">
                <a16:creationId xmlns:a16="http://schemas.microsoft.com/office/drawing/2014/main" id="{3FB9FFC2-5D84-42C0-A1E5-60656D90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target-1-1">
            <a:extLst xmlns:a="http://schemas.openxmlformats.org/drawingml/2006/main">
              <a:ext uri="{FF2B5EF4-FFF2-40B4-BE49-F238E27FC236}">
                <a16:creationId xmlns:a16="http://schemas.microsoft.com/office/drawing/2014/main" id="{FE1B3ED9-B5CA-4F1A-9663-221FFEF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7" name="stone-B-1-2">
            <a:extLst xmlns:a="http://schemas.openxmlformats.org/drawingml/2006/main">
              <a:ext uri="{FF2B5EF4-FFF2-40B4-BE49-F238E27FC236}">
                <a16:creationId xmlns:a16="http://schemas.microsoft.com/office/drawing/2014/main" id="{A096BA05-8DFE-4470-8652-5C885E5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3">
            <a:extLst xmlns:a="http://schemas.openxmlformats.org/drawingml/2006/main">
              <a:ext uri="{FF2B5EF4-FFF2-40B4-BE49-F238E27FC236}">
                <a16:creationId xmlns:a16="http://schemas.microsoft.com/office/drawing/2014/main" id="{746C1651-ECBB-446B-A227-1773B9E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W-0-4">
            <a:extLst xmlns:a="http://schemas.openxmlformats.org/drawingml/2006/main">
              <a:ext uri="{FF2B5EF4-FFF2-40B4-BE49-F238E27FC236}">
                <a16:creationId xmlns:a16="http://schemas.microsoft.com/office/drawing/2014/main" id="{1A860D69-4CB3-4D89-8E5F-7A8397FF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W-1-4">
            <a:extLst xmlns:a="http://schemas.openxmlformats.org/drawingml/2006/main">
              <a:ext uri="{FF2B5EF4-FFF2-40B4-BE49-F238E27FC236}">
                <a16:creationId xmlns:a16="http://schemas.microsoft.com/office/drawing/2014/main" id="{E07BB48C-25BF-403C-921A-369296E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2-0">
            <a:extLst xmlns:a="http://schemas.openxmlformats.org/drawingml/2006/main">
              <a:ext uri="{FF2B5EF4-FFF2-40B4-BE49-F238E27FC236}">
                <a16:creationId xmlns:a16="http://schemas.microsoft.com/office/drawing/2014/main" id="{97D1FFE2-BE8F-4C5D-84D6-369397D5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1">
            <a:extLst xmlns:a="http://schemas.openxmlformats.org/drawingml/2006/main">
              <a:ext uri="{FF2B5EF4-FFF2-40B4-BE49-F238E27FC236}">
                <a16:creationId xmlns:a16="http://schemas.microsoft.com/office/drawing/2014/main" id="{29219B34-DDBB-4B7A-80F1-8AD52DC7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2">
            <a:extLst xmlns:a="http://schemas.openxmlformats.org/drawingml/2006/main">
              <a:ext uri="{FF2B5EF4-FFF2-40B4-BE49-F238E27FC236}">
                <a16:creationId xmlns:a16="http://schemas.microsoft.com/office/drawing/2014/main" id="{AA2725EA-403A-4A52-88BA-194E791D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3">
            <a:extLst xmlns:a="http://schemas.openxmlformats.org/drawingml/2006/main">
              <a:ext uri="{FF2B5EF4-FFF2-40B4-BE49-F238E27FC236}">
                <a16:creationId xmlns:a16="http://schemas.microsoft.com/office/drawing/2014/main" id="{C87F8967-DB17-4DB4-A8B0-6F159A9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4">
            <a:extLst xmlns:a="http://schemas.openxmlformats.org/drawingml/2006/main">
              <a:ext uri="{FF2B5EF4-FFF2-40B4-BE49-F238E27FC236}">
                <a16:creationId xmlns:a16="http://schemas.microsoft.com/office/drawing/2014/main" id="{853092AC-12FC-4BE4-80BF-2055C341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question">
            <a:extLst xmlns:a="http://schemas.openxmlformats.org/drawingml/2006/main">
              <a:ext uri="{FF2B5EF4-FFF2-40B4-BE49-F238E27FC236}">
                <a16:creationId xmlns:a16="http://schemas.microsoft.com/office/drawing/2014/main" id="{DDD69D7D-A9A0-4B29-BC78-9932DB1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黑先。在 A5、B5、C5 的空间内，本手做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出两个独立单点真眼。</a:t>
            </a:r>
          </a:p>
        </p:txBody>
      </p:sp>
      <p:sp>
        <p:nvSpPr>
          <p:cNvPr id="37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A714EE29-F1BB-46BD-B119-B8C34366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8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5207BD39-DE0A-45B7-8EBA-79224631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0BFD62-8DFC-476B-8886-DF12F5A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18 / 36</a:t>
            </a:r>
          </a:p>
        </p:txBody>
      </p:sp>
    </p:spTree>
    <p:extLst>
      <p:ext uri="{BB962C8B-B14F-4D97-AF65-F5344CB8AC3E}">
        <p14:creationId xmlns:p14="http://schemas.microsoft.com/office/powerpoint/2010/main" val="12481141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5872CD-9E3C-4377-A4E3-6BD99C3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LIFE-004  四点空间的防守要点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25161E3B-387D-4185-87E1-D40D2172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8CFF67BD-56AB-4DCF-A857-1CA664F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0C971E79-B213-4FF4-B9A8-6BF6D08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330B1EC6-00C3-4DF7-AE34-7A7457C4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0D6F64FB-4A79-471F-AFE5-FAE3D8FB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3607072-7D7E-48F5-A4EB-5A2B8CB3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45242651-A131-4CB3-A582-C05F5D0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4339DC53-C20A-45AF-A2A1-BEF545BD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FA1EAF43-C1A7-40A4-A735-CD7363C6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EBC4401B-4D23-4C3B-8A4C-48D5E162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988A5CB9-5562-4AD9-A526-F715C0E7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5210449C-CC2E-4C01-A589-4A6112C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A3F2CE7F-AEA8-4143-92EB-5045AC27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7CA21639-B40D-4689-81FC-4038B8B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94BA75AB-F058-4701-B4B6-AB594692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60CBEAD3-62E3-4155-A7D5-B4B6FDD4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E66275BE-8898-41C7-9C19-5B590A1D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0E5DD809-60AE-4DF8-8549-1F8E584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6510CDB3-B1D6-4DAF-B45C-1CE6EA6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32B43369-4804-4430-BBE8-96D3497C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E5BCD60F-DB20-433B-A620-3DF81C3A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4">
            <a:extLst xmlns:a="http://schemas.openxmlformats.org/drawingml/2006/main">
              <a:ext uri="{FF2B5EF4-FFF2-40B4-BE49-F238E27FC236}">
                <a16:creationId xmlns:a16="http://schemas.microsoft.com/office/drawing/2014/main" id="{654F4090-27E9-420F-A8D2-9ECDD884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1-0">
            <a:extLst xmlns:a="http://schemas.openxmlformats.org/drawingml/2006/main">
              <a:ext uri="{FF2B5EF4-FFF2-40B4-BE49-F238E27FC236}">
                <a16:creationId xmlns:a16="http://schemas.microsoft.com/office/drawing/2014/main" id="{B97F3115-77F2-4026-B50D-70F92190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1">
            <a:extLst xmlns:a="http://schemas.openxmlformats.org/drawingml/2006/main">
              <a:ext uri="{FF2B5EF4-FFF2-40B4-BE49-F238E27FC236}">
                <a16:creationId xmlns:a16="http://schemas.microsoft.com/office/drawing/2014/main" id="{3131529E-E5A7-4E37-B88C-DB2F504C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2">
            <a:extLst xmlns:a="http://schemas.openxmlformats.org/drawingml/2006/main">
              <a:ext uri="{FF2B5EF4-FFF2-40B4-BE49-F238E27FC236}">
                <a16:creationId xmlns:a16="http://schemas.microsoft.com/office/drawing/2014/main" id="{097EC7CB-3A69-4997-BBED-5D52D2D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target-1-2">
            <a:extLst xmlns:a="http://schemas.openxmlformats.org/drawingml/2006/main">
              <a:ext uri="{FF2B5EF4-FFF2-40B4-BE49-F238E27FC236}">
                <a16:creationId xmlns:a16="http://schemas.microsoft.com/office/drawing/2014/main" id="{E793792F-00A1-46F0-9566-47F519FA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8" name="stone-B-1-3">
            <a:extLst xmlns:a="http://schemas.openxmlformats.org/drawingml/2006/main">
              <a:ext uri="{FF2B5EF4-FFF2-40B4-BE49-F238E27FC236}">
                <a16:creationId xmlns:a16="http://schemas.microsoft.com/office/drawing/2014/main" id="{66105CE0-BEDB-4BB7-922D-15598190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4">
            <a:extLst xmlns:a="http://schemas.openxmlformats.org/drawingml/2006/main">
              <a:ext uri="{FF2B5EF4-FFF2-40B4-BE49-F238E27FC236}">
                <a16:creationId xmlns:a16="http://schemas.microsoft.com/office/drawing/2014/main" id="{95DF7799-B125-4CCE-9B09-0CD85A7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W-2-0">
            <a:extLst xmlns:a="http://schemas.openxmlformats.org/drawingml/2006/main">
              <a:ext uri="{FF2B5EF4-FFF2-40B4-BE49-F238E27FC236}">
                <a16:creationId xmlns:a16="http://schemas.microsoft.com/office/drawing/2014/main" id="{EF4549B2-CDE3-4FAA-9795-6D0EE13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2-1">
            <a:extLst xmlns:a="http://schemas.openxmlformats.org/drawingml/2006/main">
              <a:ext uri="{FF2B5EF4-FFF2-40B4-BE49-F238E27FC236}">
                <a16:creationId xmlns:a16="http://schemas.microsoft.com/office/drawing/2014/main" id="{D0CE98A9-7328-4FE7-B435-4E094D1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2">
            <a:extLst xmlns:a="http://schemas.openxmlformats.org/drawingml/2006/main">
              <a:ext uri="{FF2B5EF4-FFF2-40B4-BE49-F238E27FC236}">
                <a16:creationId xmlns:a16="http://schemas.microsoft.com/office/drawing/2014/main" id="{84A35A46-B976-400F-88D9-1F707DD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3">
            <a:extLst xmlns:a="http://schemas.openxmlformats.org/drawingml/2006/main">
              <a:ext uri="{FF2B5EF4-FFF2-40B4-BE49-F238E27FC236}">
                <a16:creationId xmlns:a16="http://schemas.microsoft.com/office/drawing/2014/main" id="{E5F1E229-8ADB-4B02-BF33-4A4ED9F9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4">
            <a:extLst xmlns:a="http://schemas.openxmlformats.org/drawingml/2006/main">
              <a:ext uri="{FF2B5EF4-FFF2-40B4-BE49-F238E27FC236}">
                <a16:creationId xmlns:a16="http://schemas.microsoft.com/office/drawing/2014/main" id="{57723446-C299-4B1B-8512-0C17F1C7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question">
            <a:extLst xmlns:a="http://schemas.openxmlformats.org/drawingml/2006/main">
              <a:ext uri="{FF2B5EF4-FFF2-40B4-BE49-F238E27FC236}">
                <a16:creationId xmlns:a16="http://schemas.microsoft.com/office/drawing/2014/main" id="{F86CCE83-6921-4EE8-A526-0DBA3234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黑先。在 A5–D5 的空间内，本手分出两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个独立眼区。较大眼区可有两点。</a:t>
            </a:r>
          </a:p>
        </p:txBody>
      </p:sp>
      <p:sp>
        <p:nvSpPr>
          <p:cNvPr id="36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6BA7888B-9E1C-4A5D-875C-1C499F34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7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0B0F9FB9-D7B4-4D08-B6B6-31FE257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2D74E9-304C-473F-B904-3DD4530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19 / 36</a:t>
            </a:r>
          </a:p>
        </p:txBody>
      </p:sp>
    </p:spTree>
    <p:extLst>
      <p:ext uri="{BB962C8B-B14F-4D97-AF65-F5344CB8AC3E}">
        <p14:creationId xmlns:p14="http://schemas.microsoft.com/office/powerpoint/2010/main" val="12094954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5CF44F-3C04-4EB3-8086-1ACF2C7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LIFE-005  两点相连仍是一个眼区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9D2D08B8-3DD8-4AA9-AE7F-C0039868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白方轮次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E0FB4980-A5A7-4DDF-A50C-D847E251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767DDDB9-A2AB-4B7E-BE16-80D57E7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A50943BA-62FE-44F1-ADE2-AEAECDBE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F6FF522A-C4E5-4C56-ABF6-BF75C6A7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34DA81B9-2A01-4A24-B9DC-E165873C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F545169C-2A5A-4921-9423-94F15146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FA29305A-EE7D-4554-9C57-9500B35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9A4107E6-1444-4BE1-9317-4B076687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A3AD5ABD-5CC2-4BE1-8280-1F9AAE32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4832E97C-71AE-438A-A0D4-7D59CA1E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7D7F0213-99ED-4FF8-8495-5915E08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88CEECE8-6AAF-41EE-9983-9489FC4C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960E4642-BFE8-4EE1-8821-8729FD9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38DA16C7-1E83-4507-BDA7-35A9AD6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59DD7AFC-1441-4A42-93E7-C16052BE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20DA8679-3406-4FD6-ACE8-5CA011D5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336D3EEE-DCC4-4B5F-873E-31AC80FD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DC275AE6-7AA8-4D68-B2D0-B2228C26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0D978A5F-FAE6-413B-B5FE-F9D7DEC7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D88D4B6C-9D44-4F5F-8392-0B62F93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ED5FA1C3-C1D6-4BF4-A8C8-6593F445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3">
            <a:extLst xmlns:a="http://schemas.openxmlformats.org/drawingml/2006/main">
              <a:ext uri="{FF2B5EF4-FFF2-40B4-BE49-F238E27FC236}">
                <a16:creationId xmlns:a16="http://schemas.microsoft.com/office/drawing/2014/main" id="{75C27AE7-B35F-41BD-AC2F-B1BADB0A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0">
            <a:extLst xmlns:a="http://schemas.openxmlformats.org/drawingml/2006/main">
              <a:ext uri="{FF2B5EF4-FFF2-40B4-BE49-F238E27FC236}">
                <a16:creationId xmlns:a16="http://schemas.microsoft.com/office/drawing/2014/main" id="{95FCD431-2777-417F-9269-097D0FB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1">
            <a:extLst xmlns:a="http://schemas.openxmlformats.org/drawingml/2006/main">
              <a:ext uri="{FF2B5EF4-FFF2-40B4-BE49-F238E27FC236}">
                <a16:creationId xmlns:a16="http://schemas.microsoft.com/office/drawing/2014/main" id="{B1A8DD65-E2EE-4EA8-B3B3-F8319708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target-1-1">
            <a:extLst xmlns:a="http://schemas.openxmlformats.org/drawingml/2006/main">
              <a:ext uri="{FF2B5EF4-FFF2-40B4-BE49-F238E27FC236}">
                <a16:creationId xmlns:a16="http://schemas.microsoft.com/office/drawing/2014/main" id="{B080980A-7DD4-40D9-99FF-7B8381DC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3604A5FF-B3DE-4180-9661-BA6F0E6E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3">
            <a:extLst xmlns:a="http://schemas.openxmlformats.org/drawingml/2006/main">
              <a:ext uri="{FF2B5EF4-FFF2-40B4-BE49-F238E27FC236}">
                <a16:creationId xmlns:a16="http://schemas.microsoft.com/office/drawing/2014/main" id="{09DDFF00-6DD0-4985-9EE0-07F3D490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W-0-4">
            <a:extLst xmlns:a="http://schemas.openxmlformats.org/drawingml/2006/main">
              <a:ext uri="{FF2B5EF4-FFF2-40B4-BE49-F238E27FC236}">
                <a16:creationId xmlns:a16="http://schemas.microsoft.com/office/drawing/2014/main" id="{B65A2FAB-C17A-4543-BED5-5F91E56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1-4">
            <a:extLst xmlns:a="http://schemas.openxmlformats.org/drawingml/2006/main">
              <a:ext uri="{FF2B5EF4-FFF2-40B4-BE49-F238E27FC236}">
                <a16:creationId xmlns:a16="http://schemas.microsoft.com/office/drawing/2014/main" id="{885118FA-8503-4130-9D10-285C594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0">
            <a:extLst xmlns:a="http://schemas.openxmlformats.org/drawingml/2006/main">
              <a:ext uri="{FF2B5EF4-FFF2-40B4-BE49-F238E27FC236}">
                <a16:creationId xmlns:a16="http://schemas.microsoft.com/office/drawing/2014/main" id="{716C8A2C-0D42-43E1-83BB-92D8CCFA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1">
            <a:extLst xmlns:a="http://schemas.openxmlformats.org/drawingml/2006/main">
              <a:ext uri="{FF2B5EF4-FFF2-40B4-BE49-F238E27FC236}">
                <a16:creationId xmlns:a16="http://schemas.microsoft.com/office/drawing/2014/main" id="{30DE308A-A9CF-48FD-BB84-0EBB273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2">
            <a:extLst xmlns:a="http://schemas.openxmlformats.org/drawingml/2006/main">
              <a:ext uri="{FF2B5EF4-FFF2-40B4-BE49-F238E27FC236}">
                <a16:creationId xmlns:a16="http://schemas.microsoft.com/office/drawing/2014/main" id="{61562B50-1328-4CB1-98B1-BDE96877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3">
            <a:extLst xmlns:a="http://schemas.openxmlformats.org/drawingml/2006/main">
              <a:ext uri="{FF2B5EF4-FFF2-40B4-BE49-F238E27FC236}">
                <a16:creationId xmlns:a16="http://schemas.microsoft.com/office/drawing/2014/main" id="{BA05699B-87D6-478C-8846-C0453A58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2-4">
            <a:extLst xmlns:a="http://schemas.openxmlformats.org/drawingml/2006/main">
              <a:ext uri="{FF2B5EF4-FFF2-40B4-BE49-F238E27FC236}">
                <a16:creationId xmlns:a16="http://schemas.microsoft.com/office/drawing/2014/main" id="{FA2925DA-60DE-4624-BF0B-0F18EEC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question">
            <a:extLst xmlns:a="http://schemas.openxmlformats.org/drawingml/2006/main">
              <a:ext uri="{FF2B5EF4-FFF2-40B4-BE49-F238E27FC236}">
                <a16:creationId xmlns:a16="http://schemas.microsoft.com/office/drawing/2014/main" id="{538C70E9-E1D2-439E-8313-C6D5AFB3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白先。在最多三手（白、黑、白）内提掉标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记黑块。B5、C5 是一个相连空间。</a:t>
            </a:r>
          </a:p>
        </p:txBody>
      </p:sp>
      <p:sp>
        <p:nvSpPr>
          <p:cNvPr id="38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BE59732E-63FC-492C-AC71-F86BEFD8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可先自己想一想，再与同伴摆出变化。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需要帮助时，可请带领者给下一层提示。</a:t>
            </a:r>
          </a:p>
        </p:txBody>
      </p:sp>
      <p:sp>
        <p:nvSpPr>
          <p:cNvPr id="39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229B14A3-EFFC-428A-883D-C5597D5B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DF8D3B-325D-4FC3-8748-F77F332D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20 / 36</a:t>
            </a:r>
          </a:p>
        </p:txBody>
      </p:sp>
    </p:spTree>
    <p:extLst>
      <p:ext uri="{BB962C8B-B14F-4D97-AF65-F5344CB8AC3E}">
        <p14:creationId xmlns:p14="http://schemas.microsoft.com/office/powerpoint/2010/main" val="16148105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38F22-8A24-440F-91B5-2A1B4D2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AREA-001  清楚围空：子与空都计入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7A78CCE4-036D-4883-8756-5DE396E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D29F5C3B-5169-4990-A537-6B8645F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C108363B-DE0F-4336-9975-538C198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1F2004CF-D4F1-4198-91E7-8100D9D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85BF3A1D-5018-4920-AEE5-AD864B5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6D4886DB-A03B-4CBD-A385-99DCE094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773BF400-53F2-45D7-8AD4-13B0BC59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B8B19F91-A09E-4602-A5B2-43D1359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B557ACC0-30B9-42D3-A312-B27560E4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5C15C776-B2D3-4437-B2E8-FA1F8B31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59111133-4E90-463A-86B1-CBC13E0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DF650CCB-BC3A-4243-ACB2-DEE5883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63D05762-B992-42E5-A10E-6CD3DEA5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4067B90C-BD8E-4875-B616-50A2D23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5DA98A14-1B0F-48BF-B0F7-D57B523D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A790E9FC-D6B4-4002-9CD3-B37F018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6636CE9B-6D60-4851-B6D5-3DF786B2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F4F4A398-D423-4C15-8C2F-4A5C5E2F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09365F82-0AC2-4738-965F-C3AAE8D5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07DCAC7C-D74E-4859-A689-DD968490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4001086A-06A4-4F89-B6A0-8438F311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AD25F10B-76D1-4E68-8F33-5A828CD0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6DDC24D0-D909-4918-A17F-CABCF14A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5958EA2A-A1E5-44F4-9999-234321D4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7F3CB312-2052-45B6-B6AF-C6069D9C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C7E4B83C-2B9D-4D5A-8A4A-FA9F8D1B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B41A9B13-1BDD-4A5B-902F-A0E2E71E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target-1-2">
            <a:extLst xmlns:a="http://schemas.openxmlformats.org/drawingml/2006/main">
              <a:ext uri="{FF2B5EF4-FFF2-40B4-BE49-F238E27FC236}">
                <a16:creationId xmlns:a16="http://schemas.microsoft.com/office/drawing/2014/main" id="{FE14FEEB-3807-4427-B74A-50E02058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0" name="stone-B-1-3">
            <a:extLst xmlns:a="http://schemas.openxmlformats.org/drawingml/2006/main">
              <a:ext uri="{FF2B5EF4-FFF2-40B4-BE49-F238E27FC236}">
                <a16:creationId xmlns:a16="http://schemas.microsoft.com/office/drawing/2014/main" id="{42B9D293-0E23-4446-BB78-C6E19470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B-1-4">
            <a:extLst xmlns:a="http://schemas.openxmlformats.org/drawingml/2006/main">
              <a:ext uri="{FF2B5EF4-FFF2-40B4-BE49-F238E27FC236}">
                <a16:creationId xmlns:a16="http://schemas.microsoft.com/office/drawing/2014/main" id="{C6C9E129-F590-4B4F-8E93-E75195D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0">
            <a:extLst xmlns:a="http://schemas.openxmlformats.org/drawingml/2006/main">
              <a:ext uri="{FF2B5EF4-FFF2-40B4-BE49-F238E27FC236}">
                <a16:creationId xmlns:a16="http://schemas.microsoft.com/office/drawing/2014/main" id="{43E08B57-DCA9-48C5-8B73-5722CBA7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1">
            <a:extLst xmlns:a="http://schemas.openxmlformats.org/drawingml/2006/main">
              <a:ext uri="{FF2B5EF4-FFF2-40B4-BE49-F238E27FC236}">
                <a16:creationId xmlns:a16="http://schemas.microsoft.com/office/drawing/2014/main" id="{4221743D-CFD4-4CD1-965D-6012B74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2">
            <a:extLst xmlns:a="http://schemas.openxmlformats.org/drawingml/2006/main">
              <a:ext uri="{FF2B5EF4-FFF2-40B4-BE49-F238E27FC236}">
                <a16:creationId xmlns:a16="http://schemas.microsoft.com/office/drawing/2014/main" id="{5E241CC0-7000-4F8C-956D-AEC1A99E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3">
            <a:extLst xmlns:a="http://schemas.openxmlformats.org/drawingml/2006/main">
              <a:ext uri="{FF2B5EF4-FFF2-40B4-BE49-F238E27FC236}">
                <a16:creationId xmlns:a16="http://schemas.microsoft.com/office/drawing/2014/main" id="{6F1E9FEB-C761-4903-B683-7F57CFA7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2-4">
            <a:extLst xmlns:a="http://schemas.openxmlformats.org/drawingml/2006/main">
              <a:ext uri="{FF2B5EF4-FFF2-40B4-BE49-F238E27FC236}">
                <a16:creationId xmlns:a16="http://schemas.microsoft.com/office/drawing/2014/main" id="{285FB75B-937B-4CE5-8EAB-2C023A2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0">
            <a:extLst xmlns:a="http://schemas.openxmlformats.org/drawingml/2006/main">
              <a:ext uri="{FF2B5EF4-FFF2-40B4-BE49-F238E27FC236}">
                <a16:creationId xmlns:a16="http://schemas.microsoft.com/office/drawing/2014/main" id="{8CC1F1F4-51A9-4D3F-B42B-C6EF6A2A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1">
            <a:extLst xmlns:a="http://schemas.openxmlformats.org/drawingml/2006/main">
              <a:ext uri="{FF2B5EF4-FFF2-40B4-BE49-F238E27FC236}">
                <a16:creationId xmlns:a16="http://schemas.microsoft.com/office/drawing/2014/main" id="{8ED72DB8-6F08-45AE-9223-900FA74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3-2">
            <a:extLst xmlns:a="http://schemas.openxmlformats.org/drawingml/2006/main">
              <a:ext uri="{FF2B5EF4-FFF2-40B4-BE49-F238E27FC236}">
                <a16:creationId xmlns:a16="http://schemas.microsoft.com/office/drawing/2014/main" id="{E94F4F8E-764D-4C30-A9F3-7E065B3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3-3">
            <a:extLst xmlns:a="http://schemas.openxmlformats.org/drawingml/2006/main">
              <a:ext uri="{FF2B5EF4-FFF2-40B4-BE49-F238E27FC236}">
                <a16:creationId xmlns:a16="http://schemas.microsoft.com/office/drawing/2014/main" id="{889D91C6-687A-49A7-8C45-C5F3491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3-4">
            <a:extLst xmlns:a="http://schemas.openxmlformats.org/drawingml/2006/main">
              <a:ext uri="{FF2B5EF4-FFF2-40B4-BE49-F238E27FC236}">
                <a16:creationId xmlns:a16="http://schemas.microsoft.com/office/drawing/2014/main" id="{136A35AF-4849-42E7-9691-2F90833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4-0">
            <a:extLst xmlns:a="http://schemas.openxmlformats.org/drawingml/2006/main">
              <a:ext uri="{FF2B5EF4-FFF2-40B4-BE49-F238E27FC236}">
                <a16:creationId xmlns:a16="http://schemas.microsoft.com/office/drawing/2014/main" id="{636E0DF3-70B8-4C2B-B239-B624E4F9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stone-W-4-2">
            <a:extLst xmlns:a="http://schemas.openxmlformats.org/drawingml/2006/main">
              <a:ext uri="{FF2B5EF4-FFF2-40B4-BE49-F238E27FC236}">
                <a16:creationId xmlns:a16="http://schemas.microsoft.com/office/drawing/2014/main" id="{1A5907D0-594D-411F-8CCB-2CF9818C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stone-W-4-4">
            <a:extLst xmlns:a="http://schemas.openxmlformats.org/drawingml/2006/main">
              <a:ext uri="{FF2B5EF4-FFF2-40B4-BE49-F238E27FC236}">
                <a16:creationId xmlns:a16="http://schemas.microsoft.com/office/drawing/2014/main" id="{43028DEF-2C05-4C5D-8C29-0E6B606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5" name="question">
            <a:extLst xmlns:a="http://schemas.openxmlformats.org/drawingml/2006/main">
              <a:ext uri="{FF2B5EF4-FFF2-40B4-BE49-F238E27FC236}">
                <a16:creationId xmlns:a16="http://schemas.microsoft.com/office/drawing/2014/main" id="{9166E3CA-A3AE-4FBB-9FDC-6C3E2CB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黑方的面积是多少？按给定教学假设计算。</a:t>
            </a:r>
          </a:p>
        </p:txBody>
      </p:sp>
      <p:sp>
        <p:nvSpPr>
          <p:cNvPr id="46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EF5F43B2-4A3E-494B-8694-BDE02E1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7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8BFA5F69-F24D-4E05-BAC3-20C65DE9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AF00FE-8081-45AE-B4F9-641938E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21 / 36</a:t>
            </a:r>
          </a:p>
        </p:txBody>
      </p:sp>
    </p:spTree>
    <p:extLst>
      <p:ext uri="{BB962C8B-B14F-4D97-AF65-F5344CB8AC3E}">
        <p14:creationId xmlns:p14="http://schemas.microsoft.com/office/powerpoint/2010/main" val="6912145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5F29BD-891B-45FD-89CB-A9B76893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AREA-002  中立空区：不分给任何一方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EEA97033-1FCB-4E36-8B6A-E4CB158B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A061A626-203A-4811-B86D-709FF653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EC9F31C0-29A0-4D9A-BCB5-757D022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EF0CC0F3-EAC7-4F64-B349-DD2CF2A7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5F1907B1-4875-48E7-968E-DF20CFD3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B82E551A-D542-4881-B522-E2363B2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C13AEA16-8D94-4C1B-A491-5069C8D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6BC9C52B-0559-426C-AF35-4248258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A82ADC6E-2D9A-4AA2-BD8C-B50B0C6D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08DC2D96-9D0E-4D72-BFEF-0609EE3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CBF57138-44E6-4BAB-9D67-162C872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B675BBAA-D37D-462A-90A8-622C5707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0417CCC2-2B57-4F78-80CB-613BFD56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B6A1D762-5F82-4B46-85A8-D1CC7095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180E44F0-92E2-40E3-92E2-BB12C65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766D9A22-5024-4406-8CAD-680F5FEA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808295AD-9F0C-40DC-A4EF-3B61BB3C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A7B4E114-9BAF-42B5-A58A-500ABC9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C3DCEED3-FA2C-4287-9462-EBBB74A2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93368D5B-19F2-43A8-8037-2C5AF56F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B06FE1B8-E09F-4AE6-AFE3-B3F434A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D90AF3D5-F982-420F-B112-85651D2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D05A53E3-A319-41F5-8CAA-7FFFEB96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F6BDA659-D77F-4EBF-8BE0-27054742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73CB1983-05E5-4AB0-8FFA-EB4FE684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EFDE8927-7D85-48DC-8257-1C71592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AEB0E39F-7098-4B4D-A401-0E6F2F46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target-1-2">
            <a:extLst xmlns:a="http://schemas.openxmlformats.org/drawingml/2006/main">
              <a:ext uri="{FF2B5EF4-FFF2-40B4-BE49-F238E27FC236}">
                <a16:creationId xmlns:a16="http://schemas.microsoft.com/office/drawing/2014/main" id="{D2728A8E-849B-46C5-91DB-FCAE3A7C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0" name="stone-B-1-3">
            <a:extLst xmlns:a="http://schemas.openxmlformats.org/drawingml/2006/main">
              <a:ext uri="{FF2B5EF4-FFF2-40B4-BE49-F238E27FC236}">
                <a16:creationId xmlns:a16="http://schemas.microsoft.com/office/drawing/2014/main" id="{CE8FE56C-0A25-470E-BDB9-4B0D4F66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B-1-4">
            <a:extLst xmlns:a="http://schemas.openxmlformats.org/drawingml/2006/main">
              <a:ext uri="{FF2B5EF4-FFF2-40B4-BE49-F238E27FC236}">
                <a16:creationId xmlns:a16="http://schemas.microsoft.com/office/drawing/2014/main" id="{CC8A964E-9018-4024-AB3B-08655DB9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3-0">
            <a:extLst xmlns:a="http://schemas.openxmlformats.org/drawingml/2006/main">
              <a:ext uri="{FF2B5EF4-FFF2-40B4-BE49-F238E27FC236}">
                <a16:creationId xmlns:a16="http://schemas.microsoft.com/office/drawing/2014/main" id="{F2D6C7A9-97F5-478A-8279-433308E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3-1">
            <a:extLst xmlns:a="http://schemas.openxmlformats.org/drawingml/2006/main">
              <a:ext uri="{FF2B5EF4-FFF2-40B4-BE49-F238E27FC236}">
                <a16:creationId xmlns:a16="http://schemas.microsoft.com/office/drawing/2014/main" id="{BF3B4537-0E78-4C78-B260-B8A9825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3-2">
            <a:extLst xmlns:a="http://schemas.openxmlformats.org/drawingml/2006/main">
              <a:ext uri="{FF2B5EF4-FFF2-40B4-BE49-F238E27FC236}">
                <a16:creationId xmlns:a16="http://schemas.microsoft.com/office/drawing/2014/main" id="{1E911FF8-6B15-4229-BAB3-8DCC3F50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3-3">
            <a:extLst xmlns:a="http://schemas.openxmlformats.org/drawingml/2006/main">
              <a:ext uri="{FF2B5EF4-FFF2-40B4-BE49-F238E27FC236}">
                <a16:creationId xmlns:a16="http://schemas.microsoft.com/office/drawing/2014/main" id="{A0E6A473-1F52-44AA-BE19-C3A9DE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3-4">
            <a:extLst xmlns:a="http://schemas.openxmlformats.org/drawingml/2006/main">
              <a:ext uri="{FF2B5EF4-FFF2-40B4-BE49-F238E27FC236}">
                <a16:creationId xmlns:a16="http://schemas.microsoft.com/office/drawing/2014/main" id="{7D2888DB-E705-4874-8E2E-40DF9DF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4-0">
            <a:extLst xmlns:a="http://schemas.openxmlformats.org/drawingml/2006/main">
              <a:ext uri="{FF2B5EF4-FFF2-40B4-BE49-F238E27FC236}">
                <a16:creationId xmlns:a16="http://schemas.microsoft.com/office/drawing/2014/main" id="{A7DDA89E-940B-426B-9EC7-0F7FB7A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4-2">
            <a:extLst xmlns:a="http://schemas.openxmlformats.org/drawingml/2006/main">
              <a:ext uri="{FF2B5EF4-FFF2-40B4-BE49-F238E27FC236}">
                <a16:creationId xmlns:a16="http://schemas.microsoft.com/office/drawing/2014/main" id="{75C324AE-EEC8-4120-9972-B25C85E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4-4">
            <a:extLst xmlns:a="http://schemas.openxmlformats.org/drawingml/2006/main">
              <a:ext uri="{FF2B5EF4-FFF2-40B4-BE49-F238E27FC236}">
                <a16:creationId xmlns:a16="http://schemas.microsoft.com/office/drawing/2014/main" id="{98601912-D794-46A5-AB8C-FDF03D6E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question">
            <a:extLst xmlns:a="http://schemas.openxmlformats.org/drawingml/2006/main">
              <a:ext uri="{FF2B5EF4-FFF2-40B4-BE49-F238E27FC236}">
                <a16:creationId xmlns:a16="http://schemas.microsoft.com/office/drawing/2014/main" id="{98B9DC36-9CCE-4989-B505-B870DD1D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把所有空点标为黑围空、白围空或中立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（neutral）。按给定教学假设回答。</a:t>
            </a:r>
          </a:p>
        </p:txBody>
      </p:sp>
      <p:sp>
        <p:nvSpPr>
          <p:cNvPr id="41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E85ACC62-96D8-4D56-86A8-6606533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第 3 行按约定保留为中立区。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2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01B0B1FE-7905-47EB-BD41-26BBE8CB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091649-55C1-42FA-BA1E-31CFA199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22 / 36</a:t>
            </a:r>
          </a:p>
        </p:txBody>
      </p:sp>
    </p:spTree>
    <p:extLst>
      <p:ext uri="{BB962C8B-B14F-4D97-AF65-F5344CB8AC3E}">
        <p14:creationId xmlns:p14="http://schemas.microsoft.com/office/powerpoint/2010/main" val="8732159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4DB86E-5D23-4E9A-9D43-E92EFAA8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AREA-003  确认死子后再计算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A2995D00-BB63-4053-97C4-AB9EC11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C940452F-E73F-4ACF-8E03-7684E37E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9653A63B-8A76-45BF-ACF4-B31F852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A0ECDA63-BC63-4BD2-A46C-5BF9120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528DE69C-6BC2-4C9A-BF1A-B8E1F9D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BE89B3F4-852A-4CF4-8067-FDB2FE5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DEC10433-43C1-4500-99F7-1DD0E3C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2AE6B3F6-BD97-438C-ADBA-82ACFCB7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E4C439B6-1FB2-4983-9D06-A9B7EEC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8910F7F3-E25E-4692-86D6-E3966FA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FF64D852-9779-4471-B7E8-D80A08ED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3ACAE3A1-CEC8-45A9-9431-8EBC433A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9691FC19-B53E-4CF2-8DF0-E3769248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AE194ED6-4B17-4F4E-BBC7-574E3F67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AC1DEDB9-6ECA-4C37-B521-4B54F2C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03E3F8A6-9E39-4C0D-A54D-A18EB5B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89EF3D0B-A5EB-4BBC-BB86-651E1B2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585A9751-4488-4AE8-8321-E584E35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99FF991B-B341-4C53-B14B-2778497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BB53D3BD-A187-4821-A59B-FD47BABA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F5196097-1921-4656-A04D-19E59EFC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1">
            <a:extLst xmlns:a="http://schemas.openxmlformats.org/drawingml/2006/main">
              <a:ext uri="{FF2B5EF4-FFF2-40B4-BE49-F238E27FC236}">
                <a16:creationId xmlns:a16="http://schemas.microsoft.com/office/drawing/2014/main" id="{10900978-44E3-4BFF-B8BC-8310EA54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3">
            <a:extLst xmlns:a="http://schemas.openxmlformats.org/drawingml/2006/main">
              <a:ext uri="{FF2B5EF4-FFF2-40B4-BE49-F238E27FC236}">
                <a16:creationId xmlns:a16="http://schemas.microsoft.com/office/drawing/2014/main" id="{BA622EC6-74D6-497C-8AB6-EBCC7D5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0">
            <a:extLst xmlns:a="http://schemas.openxmlformats.org/drawingml/2006/main">
              <a:ext uri="{FF2B5EF4-FFF2-40B4-BE49-F238E27FC236}">
                <a16:creationId xmlns:a16="http://schemas.microsoft.com/office/drawing/2014/main" id="{18480846-D2D2-4E90-8307-1FF1DD0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1">
            <a:extLst xmlns:a="http://schemas.openxmlformats.org/drawingml/2006/main">
              <a:ext uri="{FF2B5EF4-FFF2-40B4-BE49-F238E27FC236}">
                <a16:creationId xmlns:a16="http://schemas.microsoft.com/office/drawing/2014/main" id="{3CE10DFF-D1EE-4B54-AEE4-AD55DED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3">
            <a:extLst xmlns:a="http://schemas.openxmlformats.org/drawingml/2006/main">
              <a:ext uri="{FF2B5EF4-FFF2-40B4-BE49-F238E27FC236}">
                <a16:creationId xmlns:a16="http://schemas.microsoft.com/office/drawing/2014/main" id="{5B71BCAC-27A8-4395-8906-5202F71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4">
            <a:extLst xmlns:a="http://schemas.openxmlformats.org/drawingml/2006/main">
              <a:ext uri="{FF2B5EF4-FFF2-40B4-BE49-F238E27FC236}">
                <a16:creationId xmlns:a16="http://schemas.microsoft.com/office/drawing/2014/main" id="{AF4FB775-40E2-47E5-B06B-3D84B21F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2-0">
            <a:extLst xmlns:a="http://schemas.openxmlformats.org/drawingml/2006/main">
              <a:ext uri="{FF2B5EF4-FFF2-40B4-BE49-F238E27FC236}">
                <a16:creationId xmlns:a16="http://schemas.microsoft.com/office/drawing/2014/main" id="{8A5C6743-2AD7-4DA3-A146-FEBEB93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2-1">
            <a:extLst xmlns:a="http://schemas.openxmlformats.org/drawingml/2006/main">
              <a:ext uri="{FF2B5EF4-FFF2-40B4-BE49-F238E27FC236}">
                <a16:creationId xmlns:a16="http://schemas.microsoft.com/office/drawing/2014/main" id="{9F9E0B11-42DB-4212-B17C-4829A740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B-2-2">
            <a:extLst xmlns:a="http://schemas.openxmlformats.org/drawingml/2006/main">
              <a:ext uri="{FF2B5EF4-FFF2-40B4-BE49-F238E27FC236}">
                <a16:creationId xmlns:a16="http://schemas.microsoft.com/office/drawing/2014/main" id="{7AFDC362-D8B5-4AF5-B153-8A4F28D8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B-2-3">
            <a:extLst xmlns:a="http://schemas.openxmlformats.org/drawingml/2006/main">
              <a:ext uri="{FF2B5EF4-FFF2-40B4-BE49-F238E27FC236}">
                <a16:creationId xmlns:a16="http://schemas.microsoft.com/office/drawing/2014/main" id="{F1B95375-D542-439C-B20B-5114DE07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B-2-4">
            <a:extLst xmlns:a="http://schemas.openxmlformats.org/drawingml/2006/main">
              <a:ext uri="{FF2B5EF4-FFF2-40B4-BE49-F238E27FC236}">
                <a16:creationId xmlns:a16="http://schemas.microsoft.com/office/drawing/2014/main" id="{DFF6F25B-C828-43A9-9DA8-6A7E5DB1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3-0">
            <a:extLst xmlns:a="http://schemas.openxmlformats.org/drawingml/2006/main">
              <a:ext uri="{FF2B5EF4-FFF2-40B4-BE49-F238E27FC236}">
                <a16:creationId xmlns:a16="http://schemas.microsoft.com/office/drawing/2014/main" id="{FCD33B8B-2E0E-47D1-B081-6F823528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3-1">
            <a:extLst xmlns:a="http://schemas.openxmlformats.org/drawingml/2006/main">
              <a:ext uri="{FF2B5EF4-FFF2-40B4-BE49-F238E27FC236}">
                <a16:creationId xmlns:a16="http://schemas.microsoft.com/office/drawing/2014/main" id="{CF680A19-7453-4A47-86E8-721F0D26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3-2">
            <a:extLst xmlns:a="http://schemas.openxmlformats.org/drawingml/2006/main">
              <a:ext uri="{FF2B5EF4-FFF2-40B4-BE49-F238E27FC236}">
                <a16:creationId xmlns:a16="http://schemas.microsoft.com/office/drawing/2014/main" id="{571499FE-415B-4362-8812-112F733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3">
            <a:extLst xmlns:a="http://schemas.openxmlformats.org/drawingml/2006/main">
              <a:ext uri="{FF2B5EF4-FFF2-40B4-BE49-F238E27FC236}">
                <a16:creationId xmlns:a16="http://schemas.microsoft.com/office/drawing/2014/main" id="{E1F1904D-C81E-4EC6-92A9-52D92C9D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4">
            <a:extLst xmlns:a="http://schemas.openxmlformats.org/drawingml/2006/main">
              <a:ext uri="{FF2B5EF4-FFF2-40B4-BE49-F238E27FC236}">
                <a16:creationId xmlns:a16="http://schemas.microsoft.com/office/drawing/2014/main" id="{9480E791-F854-4F27-B88D-545B888D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4-0">
            <a:extLst xmlns:a="http://schemas.openxmlformats.org/drawingml/2006/main">
              <a:ext uri="{FF2B5EF4-FFF2-40B4-BE49-F238E27FC236}">
                <a16:creationId xmlns:a16="http://schemas.microsoft.com/office/drawing/2014/main" id="{59B81F7A-DBBF-4023-B371-57A8C5C6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4-2">
            <a:extLst xmlns:a="http://schemas.openxmlformats.org/drawingml/2006/main">
              <a:ext uri="{FF2B5EF4-FFF2-40B4-BE49-F238E27FC236}">
                <a16:creationId xmlns:a16="http://schemas.microsoft.com/office/drawing/2014/main" id="{7A244E54-DC3A-466F-85A5-94402165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4-4">
            <a:extLst xmlns:a="http://schemas.openxmlformats.org/drawingml/2006/main">
              <a:ext uri="{FF2B5EF4-FFF2-40B4-BE49-F238E27FC236}">
                <a16:creationId xmlns:a16="http://schemas.microsoft.com/office/drawing/2014/main" id="{C15B3717-AA2B-40EE-A172-F417F02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0-2">
            <a:extLst xmlns:a="http://schemas.openxmlformats.org/drawingml/2006/main">
              <a:ext uri="{FF2B5EF4-FFF2-40B4-BE49-F238E27FC236}">
                <a16:creationId xmlns:a16="http://schemas.microsoft.com/office/drawing/2014/main" id="{14C2CB2D-C489-4E08-A8D8-1E7DC92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target-0-2">
            <a:extLst xmlns:a="http://schemas.openxmlformats.org/drawingml/2006/main">
              <a:ext uri="{FF2B5EF4-FFF2-40B4-BE49-F238E27FC236}">
                <a16:creationId xmlns:a16="http://schemas.microsoft.com/office/drawing/2014/main" id="{F25FD916-64BF-4C89-816D-47644FB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4" name="question">
            <a:extLst xmlns:a="http://schemas.openxmlformats.org/drawingml/2006/main">
              <a:ext uri="{FF2B5EF4-FFF2-40B4-BE49-F238E27FC236}">
                <a16:creationId xmlns:a16="http://schemas.microsoft.com/office/drawing/2014/main" id="{6BB3907C-08BC-4456-B3A0-76D0A170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按“C5 白子已被双方同意为死子”的教学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假设，移除后黑方面积是多少？</a:t>
            </a:r>
          </a:p>
        </p:txBody>
      </p:sp>
      <p:sp>
        <p:nvSpPr>
          <p:cNvPr id="45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DA6292DE-8E13-4914-89AC-226CB5D3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教学假设：双方同意 C5 为死子，移除后计分。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6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E9611804-E277-4D15-AF6A-D1EAEA55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14D88E-0F60-4016-93A3-DAFDFC1C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23 / 36</a:t>
            </a:r>
          </a:p>
        </p:txBody>
      </p:sp>
    </p:spTree>
    <p:extLst>
      <p:ext uri="{BB962C8B-B14F-4D97-AF65-F5344CB8AC3E}">
        <p14:creationId xmlns:p14="http://schemas.microsoft.com/office/powerpoint/2010/main" val="21247233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146816-8F80-4431-8D37-B81C9515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AREA-004  贴目变化：同一面积不同结果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9C441723-D672-41C7-BBA6-04F76F2E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EC8A763-6B0C-4CAB-B2D5-801B941E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4307D35C-4D09-4990-A0F0-05A333C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250E0BD0-8A30-41DA-B265-89112456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A0247497-2524-43CF-A091-22548D9F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7A23B7EE-2854-4D5A-8BF3-159E071E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E5F6F7F4-6FED-4A47-AA21-2BBA05F7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D10BCA5C-435E-4B6E-BBD3-D910D3A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75E8A785-F055-4A41-BCF7-34046187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C6FC8DAB-CE63-40CC-8806-50A1BBAC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A4C7ADDC-C95F-48C1-8345-E6EC5A4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C35FFD83-7D23-4658-9C8E-B2831384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3F2D1DAD-8E5B-4029-90AA-DF85C58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A26E9618-D38B-45AB-9B85-FCD41E24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BF6A7077-83F5-4286-A5A5-20A402DA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6E1B9A2-23B3-4C91-8C06-14B7FDF5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9C136D7B-C0F8-41E1-B279-F32D4061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D9E0F1AC-A947-4C70-9E89-651BB276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E6E141A6-3A34-4FCF-A2E8-89E432CB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B1F1FBBC-EA51-49FD-8696-BFC0A0DB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F252C599-3202-44C7-8AEA-F16FD88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9A890A35-EDCA-4717-AB4D-3150F31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E1DC959F-0F2D-47C6-8062-6B444C43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C9B4ED73-8A48-4438-813F-FBA8E667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26233456-9BE8-45B1-B71E-815E122A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95BD6AFB-E7E4-4916-8647-401959B7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43CD734A-5CB8-440F-8880-4E57ABD5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target-1-2">
            <a:extLst xmlns:a="http://schemas.openxmlformats.org/drawingml/2006/main">
              <a:ext uri="{FF2B5EF4-FFF2-40B4-BE49-F238E27FC236}">
                <a16:creationId xmlns:a16="http://schemas.microsoft.com/office/drawing/2014/main" id="{4FBECCE7-F0E1-4E71-B297-DB9BFC2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0" name="stone-B-1-3">
            <a:extLst xmlns:a="http://schemas.openxmlformats.org/drawingml/2006/main">
              <a:ext uri="{FF2B5EF4-FFF2-40B4-BE49-F238E27FC236}">
                <a16:creationId xmlns:a16="http://schemas.microsoft.com/office/drawing/2014/main" id="{1479F21E-6B67-4E68-BF13-A6462D75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B-1-4">
            <a:extLst xmlns:a="http://schemas.openxmlformats.org/drawingml/2006/main">
              <a:ext uri="{FF2B5EF4-FFF2-40B4-BE49-F238E27FC236}">
                <a16:creationId xmlns:a16="http://schemas.microsoft.com/office/drawing/2014/main" id="{5DFF22BF-6219-4595-AD0E-087F4455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3-0">
            <a:extLst xmlns:a="http://schemas.openxmlformats.org/drawingml/2006/main">
              <a:ext uri="{FF2B5EF4-FFF2-40B4-BE49-F238E27FC236}">
                <a16:creationId xmlns:a16="http://schemas.microsoft.com/office/drawing/2014/main" id="{B3A2580E-5D9F-40FB-9608-00FA79A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3-1">
            <a:extLst xmlns:a="http://schemas.openxmlformats.org/drawingml/2006/main">
              <a:ext uri="{FF2B5EF4-FFF2-40B4-BE49-F238E27FC236}">
                <a16:creationId xmlns:a16="http://schemas.microsoft.com/office/drawing/2014/main" id="{750B6802-0E19-4079-8AFB-F23322C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3-2">
            <a:extLst xmlns:a="http://schemas.openxmlformats.org/drawingml/2006/main">
              <a:ext uri="{FF2B5EF4-FFF2-40B4-BE49-F238E27FC236}">
                <a16:creationId xmlns:a16="http://schemas.microsoft.com/office/drawing/2014/main" id="{932FCE26-8F6A-4CAD-BE02-C0AA7EA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3-3">
            <a:extLst xmlns:a="http://schemas.openxmlformats.org/drawingml/2006/main">
              <a:ext uri="{FF2B5EF4-FFF2-40B4-BE49-F238E27FC236}">
                <a16:creationId xmlns:a16="http://schemas.microsoft.com/office/drawing/2014/main" id="{31897A79-BF2A-4C25-878D-D0BE70BE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3-4">
            <a:extLst xmlns:a="http://schemas.openxmlformats.org/drawingml/2006/main">
              <a:ext uri="{FF2B5EF4-FFF2-40B4-BE49-F238E27FC236}">
                <a16:creationId xmlns:a16="http://schemas.microsoft.com/office/drawing/2014/main" id="{AC2815A0-B2B1-4B02-BDFB-5B6E939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4-0">
            <a:extLst xmlns:a="http://schemas.openxmlformats.org/drawingml/2006/main">
              <a:ext uri="{FF2B5EF4-FFF2-40B4-BE49-F238E27FC236}">
                <a16:creationId xmlns:a16="http://schemas.microsoft.com/office/drawing/2014/main" id="{18527D6A-2F87-4A88-8C2E-49913C2C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4-2">
            <a:extLst xmlns:a="http://schemas.openxmlformats.org/drawingml/2006/main">
              <a:ext uri="{FF2B5EF4-FFF2-40B4-BE49-F238E27FC236}">
                <a16:creationId xmlns:a16="http://schemas.microsoft.com/office/drawing/2014/main" id="{3FE8CF80-F011-480A-90B5-14127561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4-4">
            <a:extLst xmlns:a="http://schemas.openxmlformats.org/drawingml/2006/main">
              <a:ext uri="{FF2B5EF4-FFF2-40B4-BE49-F238E27FC236}">
                <a16:creationId xmlns:a16="http://schemas.microsoft.com/office/drawing/2014/main" id="{E1B863C9-4495-46BA-8FF7-52FE231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question">
            <a:extLst xmlns:a="http://schemas.openxmlformats.org/drawingml/2006/main">
              <a:ext uri="{FF2B5EF4-FFF2-40B4-BE49-F238E27FC236}">
                <a16:creationId xmlns:a16="http://schemas.microsoft.com/office/drawing/2014/main" id="{F5143195-22D3-47A1-A46D-83B4659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本例开局贴目（komi）为 0.5，白方总分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是多少？</a:t>
            </a:r>
          </a:p>
        </p:txBody>
      </p:sp>
      <p:sp>
        <p:nvSpPr>
          <p:cNvPr id="41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67D9307D-A5AF-4507-9ED8-775FECEF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第 3 行按约定保留为中立区。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0.5。</a:t>
            </a:r>
          </a:p>
        </p:txBody>
      </p:sp>
      <p:sp>
        <p:nvSpPr>
          <p:cNvPr id="42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D587218E-1EE2-4D37-8385-3B23CB52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1756C5-915C-4CEC-AB02-9607F24E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24 / 36</a:t>
            </a:r>
          </a:p>
        </p:txBody>
      </p:sp>
    </p:spTree>
    <p:extLst>
      <p:ext uri="{BB962C8B-B14F-4D97-AF65-F5344CB8AC3E}">
        <p14:creationId xmlns:p14="http://schemas.microsoft.com/office/powerpoint/2010/main" val="17899187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6DA6C-8238-4CD7-82D1-4B59C26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AREA-005  提子更多也不额外加分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DBA31715-C130-4C17-B610-C2B0409C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6FF2DF9-8254-499D-BA58-BBB82A0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9B2F4A4D-56F1-4A6A-86CF-1F4A857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63806612-4754-4FA3-8EF0-E85251E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CC06B23B-1B29-42E1-8E4C-F133BCFE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0576E94D-558F-4AB5-AA7A-FAF55D5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BFDC4BD5-5AA5-4D99-8E0A-44D33590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B22F0284-1EBE-4CC9-B07F-CCC0A90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EC8A0F28-128B-4402-AF32-B10D655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DD16D925-2799-4AD1-9CEF-D24ABFD3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AF066DE7-2F5B-405A-93BE-88C8D10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C5BBC605-5A82-4074-97FA-5A6265C3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1BB8FC6D-1E89-47C0-A72D-8B410A8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3A35EE8F-B72A-4EB9-8BDD-F9ECA2C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5E574FE7-147C-4795-B995-0CA7150D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1038108F-8CC1-439C-892A-6DEB8B7C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19959DB7-074D-44AA-8F8F-6923E41F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8CCAE0DE-BCB1-4FA1-8A91-C07138B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DD6B90FD-9FC6-498C-82DE-5D030DF8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E217E91F-E3B9-4D97-9B1A-06182D83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D875D9D7-87F0-4DE7-B7BB-7D411D09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7776D9B0-CB20-4469-BBA0-7D888EA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73E89DF8-EDB7-4951-B633-F847E2B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1FF42AF8-DEE9-4632-960F-4E62B73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36F05BFF-4D2A-4DDD-A57B-97BD06D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2734001C-186B-45D6-82DA-9C605C17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571B0255-44E6-4F3E-96AD-EC032CC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target-1-2">
            <a:extLst xmlns:a="http://schemas.openxmlformats.org/drawingml/2006/main">
              <a:ext uri="{FF2B5EF4-FFF2-40B4-BE49-F238E27FC236}">
                <a16:creationId xmlns:a16="http://schemas.microsoft.com/office/drawing/2014/main" id="{8EF58D48-06AE-4A21-865B-70D223E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463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0" name="stone-B-1-3">
            <a:extLst xmlns:a="http://schemas.openxmlformats.org/drawingml/2006/main">
              <a:ext uri="{FF2B5EF4-FFF2-40B4-BE49-F238E27FC236}">
                <a16:creationId xmlns:a16="http://schemas.microsoft.com/office/drawing/2014/main" id="{1706D0BF-28DE-4354-A2C6-E02FF52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B-1-4">
            <a:extLst xmlns:a="http://schemas.openxmlformats.org/drawingml/2006/main">
              <a:ext uri="{FF2B5EF4-FFF2-40B4-BE49-F238E27FC236}">
                <a16:creationId xmlns:a16="http://schemas.microsoft.com/office/drawing/2014/main" id="{3F09A028-6002-473B-A3A6-66DC067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0">
            <a:extLst xmlns:a="http://schemas.openxmlformats.org/drawingml/2006/main">
              <a:ext uri="{FF2B5EF4-FFF2-40B4-BE49-F238E27FC236}">
                <a16:creationId xmlns:a16="http://schemas.microsoft.com/office/drawing/2014/main" id="{385F5395-2833-4AC2-9F39-2EBDE5E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1">
            <a:extLst xmlns:a="http://schemas.openxmlformats.org/drawingml/2006/main">
              <a:ext uri="{FF2B5EF4-FFF2-40B4-BE49-F238E27FC236}">
                <a16:creationId xmlns:a16="http://schemas.microsoft.com/office/drawing/2014/main" id="{DD3F77DB-C6D8-422E-AC95-4399386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2">
            <a:extLst xmlns:a="http://schemas.openxmlformats.org/drawingml/2006/main">
              <a:ext uri="{FF2B5EF4-FFF2-40B4-BE49-F238E27FC236}">
                <a16:creationId xmlns:a16="http://schemas.microsoft.com/office/drawing/2014/main" id="{A69E48EA-9FFB-48F6-AA2D-C10D3C4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3">
            <a:extLst xmlns:a="http://schemas.openxmlformats.org/drawingml/2006/main">
              <a:ext uri="{FF2B5EF4-FFF2-40B4-BE49-F238E27FC236}">
                <a16:creationId xmlns:a16="http://schemas.microsoft.com/office/drawing/2014/main" id="{D2426F57-73C0-47EA-B30B-F9E0B21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2-4">
            <a:extLst xmlns:a="http://schemas.openxmlformats.org/drawingml/2006/main">
              <a:ext uri="{FF2B5EF4-FFF2-40B4-BE49-F238E27FC236}">
                <a16:creationId xmlns:a16="http://schemas.microsoft.com/office/drawing/2014/main" id="{6FCBA797-2944-4222-B3B2-A1A9F79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0">
            <a:extLst xmlns:a="http://schemas.openxmlformats.org/drawingml/2006/main">
              <a:ext uri="{FF2B5EF4-FFF2-40B4-BE49-F238E27FC236}">
                <a16:creationId xmlns:a16="http://schemas.microsoft.com/office/drawing/2014/main" id="{F399797D-6121-44B1-81CD-C22F8A64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1">
            <a:extLst xmlns:a="http://schemas.openxmlformats.org/drawingml/2006/main">
              <a:ext uri="{FF2B5EF4-FFF2-40B4-BE49-F238E27FC236}">
                <a16:creationId xmlns:a16="http://schemas.microsoft.com/office/drawing/2014/main" id="{596ACE1B-AD5A-4C28-83E3-C54B610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3-2">
            <a:extLst xmlns:a="http://schemas.openxmlformats.org/drawingml/2006/main">
              <a:ext uri="{FF2B5EF4-FFF2-40B4-BE49-F238E27FC236}">
                <a16:creationId xmlns:a16="http://schemas.microsoft.com/office/drawing/2014/main" id="{63A2C565-C87E-443F-8522-4EBCABF6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3-3">
            <a:extLst xmlns:a="http://schemas.openxmlformats.org/drawingml/2006/main">
              <a:ext uri="{FF2B5EF4-FFF2-40B4-BE49-F238E27FC236}">
                <a16:creationId xmlns:a16="http://schemas.microsoft.com/office/drawing/2014/main" id="{8DF51764-CD56-487A-A3B2-75E2F4ED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3-4">
            <a:extLst xmlns:a="http://schemas.openxmlformats.org/drawingml/2006/main">
              <a:ext uri="{FF2B5EF4-FFF2-40B4-BE49-F238E27FC236}">
                <a16:creationId xmlns:a16="http://schemas.microsoft.com/office/drawing/2014/main" id="{6A5BB791-0DFA-4636-BD61-87AA496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4-0">
            <a:extLst xmlns:a="http://schemas.openxmlformats.org/drawingml/2006/main">
              <a:ext uri="{FF2B5EF4-FFF2-40B4-BE49-F238E27FC236}">
                <a16:creationId xmlns:a16="http://schemas.microsoft.com/office/drawing/2014/main" id="{5A56F5FF-0D36-4BCE-908C-3F389431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stone-W-4-2">
            <a:extLst xmlns:a="http://schemas.openxmlformats.org/drawingml/2006/main">
              <a:ext uri="{FF2B5EF4-FFF2-40B4-BE49-F238E27FC236}">
                <a16:creationId xmlns:a16="http://schemas.microsoft.com/office/drawing/2014/main" id="{8AAB1628-D065-4529-BC73-BCA34A97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stone-W-4-4">
            <a:extLst xmlns:a="http://schemas.openxmlformats.org/drawingml/2006/main">
              <a:ext uri="{FF2B5EF4-FFF2-40B4-BE49-F238E27FC236}">
                <a16:creationId xmlns:a16="http://schemas.microsoft.com/office/drawing/2014/main" id="{086379F5-322F-4F80-9D49-9E69047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5" name="question">
            <a:extLst xmlns:a="http://schemas.openxmlformats.org/drawingml/2006/main">
              <a:ext uri="{FF2B5EF4-FFF2-40B4-BE49-F238E27FC236}">
                <a16:creationId xmlns:a16="http://schemas.microsoft.com/office/drawing/2014/main" id="{328EBA48-0470-4845-A69C-B19B864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反事实提子账本写着黑提 12、白提 1。按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面积计分（area scoring），哪种说法正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确？</a:t>
            </a:r>
          </a:p>
        </p:txBody>
      </p:sp>
      <p:sp>
        <p:nvSpPr>
          <p:cNvPr id="46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74BE9FB7-5449-4483-BDD5-3B570DC7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area：黑 10，白 15，白多 5；提子数不另加。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prisoners：黑 22，白 16，黑多 6。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winner：黑提得多，所以黑胜，不必计面积。</a:t>
            </a:r>
          </a:p>
        </p:txBody>
      </p:sp>
      <p:sp>
        <p:nvSpPr>
          <p:cNvPr id="47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CBB6E0D5-0563-48F2-BBDC-1C12F50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C782BC-6235-41C7-8B49-C2A96F1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25 / 36</a:t>
            </a:r>
          </a:p>
        </p:txBody>
      </p:sp>
    </p:spTree>
    <p:extLst>
      <p:ext uri="{BB962C8B-B14F-4D97-AF65-F5344CB8AC3E}">
        <p14:creationId xmlns:p14="http://schemas.microsoft.com/office/powerpoint/2010/main" val="20048992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C631BD-3192-4A82-91EA-49DB9466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DISC-001  连接还是向空处发展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A8A6B685-B0CB-45CC-A7E3-B45A9B0D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9×9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FAA89EFA-FD85-43AB-A766-ACBD67C6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0F14404E-1E00-4CC1-B858-B80927A5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828A6A45-40CF-4124-8017-57328F86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80C7FBE4-7CE0-48CD-A956-26AE5D39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7F6ECFB-82A8-4D63-87E1-47C99392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19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EF0936B5-0014-4DFF-8408-44B35CD6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4594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702BA551-606F-4354-B479-702F5AA3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E5C1A4AB-1A6B-49FE-9960-405DFA43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31244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CAA20FAC-C845-4159-A486-5609E3B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018BA0E1-745E-4484-82C3-9987AAA1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05BBDC66-05FC-44BA-BA0F-48856D1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626C8A63-1664-48DF-AA20-31F023A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836633F4-F1C2-4A64-ABC9-8A45B704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06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8E1C9FE7-FDD5-421E-9FF9-5D1F62F9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93281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B2F970BF-9A44-4036-B924-2B1B6376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931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31F073E9-0804-4E6C-847D-5D77116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59931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F0FC37EC-2896-43D2-B364-C0218E6E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4B82FF23-7C4A-4B78-9062-3C24C94E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613ACEBA-84D3-44E3-A51B-2AD8081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F3FFA056-08CC-49EB-9464-553C93DC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10EFAC10-3CB4-486C-B3B3-B470055F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A2BFF58C-75E8-4F7D-AB5C-A5E0BBDC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21969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25BC77AD-DD39-4235-ACB4-7EC85485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19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E19BD67F-91E5-486B-913B-AD744901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88619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FE2D8931-AF34-4DEF-8F7D-4BE333BA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3E175170-287A-4B6B-8724-C3A2589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526C2EEC-AB5F-4EC2-85FF-751F23F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39DA582A-5985-4D23-A70F-AAB87812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EF3FF6E0-D438-4B95-A125-FF3F9684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87E80663-D98B-4AE4-98ED-95C4CD0C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50656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DFB89342-E8ED-4B14-89F2-2AA6F55B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06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34B57F53-89B4-47D5-8962-B860AB7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117306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70E62B66-2F6D-4568-A9A5-BB8408F6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39897CF8-E104-4559-902F-D922A1F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84915408-52BD-43B6-90EC-EF758B96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4FC3F3EC-DA4A-4A1D-B3CA-39BF1813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stone-B-4-3">
            <a:extLst xmlns:a="http://schemas.openxmlformats.org/drawingml/2006/main">
              <a:ext uri="{FF2B5EF4-FFF2-40B4-BE49-F238E27FC236}">
                <a16:creationId xmlns:a16="http://schemas.microsoft.com/office/drawing/2014/main" id="{AF9E0C64-C48A-4157-A035-214AF85E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306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target-4-3">
            <a:extLst xmlns:a="http://schemas.openxmlformats.org/drawingml/2006/main">
              <a:ext uri="{FF2B5EF4-FFF2-40B4-BE49-F238E27FC236}">
                <a16:creationId xmlns:a16="http://schemas.microsoft.com/office/drawing/2014/main" id="{65C3E303-60E8-40A3-83CC-50492BFE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506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1" name="stone-B-4-5">
            <a:extLst xmlns:a="http://schemas.openxmlformats.org/drawingml/2006/main">
              <a:ext uri="{FF2B5EF4-FFF2-40B4-BE49-F238E27FC236}">
                <a16:creationId xmlns:a16="http://schemas.microsoft.com/office/drawing/2014/main" id="{20C10EAC-E111-4851-B016-1ACAABC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994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target-4-5">
            <a:extLst xmlns:a="http://schemas.openxmlformats.org/drawingml/2006/main">
              <a:ext uri="{FF2B5EF4-FFF2-40B4-BE49-F238E27FC236}">
                <a16:creationId xmlns:a16="http://schemas.microsoft.com/office/drawing/2014/main" id="{FA78C2B7-8468-4AD5-97E3-562FF152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194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3" name="stone-W-3-4">
            <a:extLst xmlns:a="http://schemas.openxmlformats.org/drawingml/2006/main">
              <a:ext uri="{FF2B5EF4-FFF2-40B4-BE49-F238E27FC236}">
                <a16:creationId xmlns:a16="http://schemas.microsoft.com/office/drawing/2014/main" id="{1D984DE7-0050-41D4-AEB9-3718C6A6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0278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question">
            <a:extLst xmlns:a="http://schemas.openxmlformats.org/drawingml/2006/main">
              <a:ext uri="{FF2B5EF4-FFF2-40B4-BE49-F238E27FC236}">
                <a16:creationId xmlns:a16="http://schemas.microsoft.com/office/drawing/2014/main" id="{CF61E8F4-0BB9-421A-B907-F872C295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黑先，比较 E5 连接与 C3 向空处发展。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提出自己的选择和对方回应，不要求最佳手。</a:t>
            </a:r>
          </a:p>
        </p:txBody>
      </p:sp>
      <p:sp>
        <p:nvSpPr>
          <p:cNvPr id="45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EE1176BA-8A05-4634-A47A-4FAFCDB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说明你的目标与一个对方回应，再听听同伴的理由。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没有唯一最佳手。</a:t>
            </a:r>
          </a:p>
        </p:txBody>
      </p:sp>
      <p:sp>
        <p:nvSpPr>
          <p:cNvPr id="46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39311B17-D63E-4AB1-9D61-C7E98DC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CB0CC9-10CE-4AFB-BC79-815037B8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26 / 36</a:t>
            </a:r>
          </a:p>
        </p:txBody>
      </p:sp>
    </p:spTree>
    <p:extLst>
      <p:ext uri="{BB962C8B-B14F-4D97-AF65-F5344CB8AC3E}">
        <p14:creationId xmlns:p14="http://schemas.microsoft.com/office/powerpoint/2010/main" val="14432423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A48CE8-964B-4616-9B13-02C8B283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DISC-002  救一颗子与改变方向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2188ACEE-8B2A-4838-8F66-86B404C9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9×9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9818CC92-A4B3-4F31-925C-DC02C0A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A94BD84C-A31F-4CCB-BCCF-FE797405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B6AE1492-AEC4-4163-863B-7CE9DC02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7CB10D2E-988D-46C0-9BB9-17B09AA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5E059434-998B-4B38-8281-2925AA38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19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3657086D-4401-4D72-8D21-535B25F5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4594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4B03B43E-CA72-4107-88CC-EBD66D83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D2BDDB54-41FA-45B1-A180-0E488F15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31244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8B7AFFB5-DCE9-43C3-B1A9-156D310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C5C6DB4C-7B52-477F-84EE-F52756B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98194CED-B3FF-45D8-A5B4-6B3DE252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715831CC-A65E-46EB-ACB8-CB0AD7B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2A4410EA-0C50-4F47-BCA5-03528F2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06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F04825E8-69FB-4B42-BE5F-44DA306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93281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E6780CFD-C0AA-4C9B-9A9F-A2BE9386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931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402AFBEE-4733-4FE1-8F11-AB6F7222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59931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8D93675E-4BD7-4BA8-AEAD-F6AB14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5CD43CA5-1E39-46DB-A1C3-2CE9AB9A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0A62424C-65B5-4AAF-ACFE-05E8EC8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8BDE3DC6-3AB0-418C-A1CE-97C1643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EFB5CC01-BB6E-419E-98D0-DDEF2E29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3D1989FC-40BE-4C66-B447-2700390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21969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F66BC62C-C5BA-4E8D-8969-992BF8D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19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C9EA65B4-51E7-4691-A31E-B4A793AC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88619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2B7E5B1E-3583-43D9-8886-62429376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D265BFEE-C60D-489B-AB03-922726E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44D41C1F-B4D0-4002-A7B0-8A5195F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DBA9B48F-984B-4001-8D86-A99F0AF5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2EE7ACE8-DAAC-42B9-A481-4A6BF9D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737E2413-98E5-4139-A36C-918CCAA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50656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4AFD89EA-2880-4225-BEAC-90CDBFC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06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753C885F-245F-4FB7-9447-A997D497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117306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1C58C390-DF65-4ED0-99E1-4BAC1A9E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E17C8A0E-5A41-41BB-9E89-E9634C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2EF30CFF-92CF-46C6-B950-3D21942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1373E23F-6895-4979-A056-6811491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stone-B-4-0">
            <a:extLst xmlns:a="http://schemas.openxmlformats.org/drawingml/2006/main">
              <a:ext uri="{FF2B5EF4-FFF2-40B4-BE49-F238E27FC236}">
                <a16:creationId xmlns:a16="http://schemas.microsoft.com/office/drawing/2014/main" id="{E90269B1-F624-487F-A4E5-11CC20F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target-4-0">
            <a:extLst xmlns:a="http://schemas.openxmlformats.org/drawingml/2006/main">
              <a:ext uri="{FF2B5EF4-FFF2-40B4-BE49-F238E27FC236}">
                <a16:creationId xmlns:a16="http://schemas.microsoft.com/office/drawing/2014/main" id="{66E3D6E0-FDC6-4730-B744-77063F0A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1" name="stone-B-5-5">
            <a:extLst xmlns:a="http://schemas.openxmlformats.org/drawingml/2006/main">
              <a:ext uri="{FF2B5EF4-FFF2-40B4-BE49-F238E27FC236}">
                <a16:creationId xmlns:a16="http://schemas.microsoft.com/office/drawing/2014/main" id="{91CC1E30-CD99-40CC-B76E-E46269F4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994" y="413146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3-0">
            <a:extLst xmlns:a="http://schemas.openxmlformats.org/drawingml/2006/main">
              <a:ext uri="{FF2B5EF4-FFF2-40B4-BE49-F238E27FC236}">
                <a16:creationId xmlns:a16="http://schemas.microsoft.com/office/drawing/2014/main" id="{A6FB7581-C70E-4BDF-BF2E-35C27487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0278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stone-W-4-1">
            <a:extLst xmlns:a="http://schemas.openxmlformats.org/drawingml/2006/main">
              <a:ext uri="{FF2B5EF4-FFF2-40B4-BE49-F238E27FC236}">
                <a16:creationId xmlns:a16="http://schemas.microsoft.com/office/drawing/2014/main" id="{F02DA7A0-0CDA-4A93-9176-56639086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9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question">
            <a:extLst xmlns:a="http://schemas.openxmlformats.org/drawingml/2006/main">
              <a:ext uri="{FF2B5EF4-FFF2-40B4-BE49-F238E27FC236}">
                <a16:creationId xmlns:a16="http://schemas.microsoft.com/office/drawing/2014/main" id="{0FEA6407-2F16-4B8A-BC97-A405406E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黑先，比较 A4 救出 A5 与 E5 改变发展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方向。允许选择放弃一子，但须说清代价。</a:t>
            </a:r>
          </a:p>
        </p:txBody>
      </p:sp>
      <p:sp>
        <p:nvSpPr>
          <p:cNvPr id="45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6238FF74-3F99-4D29-A541-03FD862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说明你的目标与一个对方回应，再听听同伴的理由。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没有唯一最佳手。</a:t>
            </a:r>
          </a:p>
        </p:txBody>
      </p:sp>
      <p:sp>
        <p:nvSpPr>
          <p:cNvPr id="46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2F4F70B5-ACAB-457C-96DA-0224CAE4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D2D91C-B843-4EEA-B487-53202C2B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27 / 36</a:t>
            </a:r>
          </a:p>
        </p:txBody>
      </p:sp>
    </p:spTree>
    <p:extLst>
      <p:ext uri="{BB962C8B-B14F-4D97-AF65-F5344CB8AC3E}">
        <p14:creationId xmlns:p14="http://schemas.microsoft.com/office/powerpoint/2010/main" val="17434994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C1C852-E8A7-43AD-8342-DB121263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DISC-003  十三路上的两种距离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7B581F98-20FD-44B1-A9F1-1E255C0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13×13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BDDE43CC-AC10-49B6-A090-64DD674E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4046BA82-E37E-4B6F-B83C-121B4B2D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80F0098E-4FB7-4D54-9EFA-889D7B3A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0A419338-9CE3-4C93-B9D4-9C0E995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91CF7B9-B72A-4603-A1C7-D58BADB6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EC1F13A3-97B7-4225-B165-60C8B4D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098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860FA0E8-E493-4D83-8B80-E600CB9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1DC295BA-0FD0-48AF-912B-29E5AB4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764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4F4230E3-4469-422C-B3E0-368AE84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51D4A177-4E51-4426-A3F4-E7BF2AA2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1937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578D9F95-591C-4BA7-B269-25BE301D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DA8EE7F4-368E-4839-93B5-2934782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8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8182F0D5-1180-4D24-9C4A-5FF20B3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883C9819-70D4-44C1-9E12-7DDC7CE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2A37005D-00B8-4281-BFC0-E2C6E07C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8165E996-F70D-4FC0-90E9-8DC989BC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FF2BF37D-5ACF-403A-815A-A39DBF65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9D87AC50-B806-47B1-8477-09F40AA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D8054136-48F9-4E83-BE28-B008D6E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DE2A9E3D-0ED5-4897-9095-B123080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05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156262EF-9846-4A4A-9687-E8FFBA5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9A42CFC1-D4B9-43F8-879F-647AC69A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806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A5937004-DBE9-4215-AC7B-79734D04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D31D353A-8C15-463D-B1AF-63E677F5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41471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0BE4FE6F-E79B-4D41-AA7F-A9B1D5D0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141FB319-6875-4F97-811B-23658E3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A75CFE51-5843-4730-BDAC-B8AEA9F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A4896EDE-1284-4F01-A6E4-5178EDD7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3F7FAA30-225F-42CA-A532-8118281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1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C1150DE9-9BF2-4496-9776-47C84288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6718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7C7CA890-265D-470D-8278-92A75BE5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DC9114AA-6E51-4978-B04B-59B4BDF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03383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52F8DB7D-CAE9-43CF-AD65-59A206D8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2D2CFDBD-2A89-4D96-B6E2-1BD4D57E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09C2EEBC-01E1-4FC0-92B5-A6EE9146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FC987E4C-F565-43F8-BC8B-08B7BC1C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3434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9" name="grid-v-9">
            <a:extLst xmlns:a="http://schemas.openxmlformats.org/drawingml/2006/main">
              <a:ext uri="{FF2B5EF4-FFF2-40B4-BE49-F238E27FC236}">
                <a16:creationId xmlns:a16="http://schemas.microsoft.com/office/drawing/2014/main" id="{DFFD034F-2CF8-4F82-8AD7-CF18133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0" name="grid-h-9">
            <a:extLst xmlns:a="http://schemas.openxmlformats.org/drawingml/2006/main">
              <a:ext uri="{FF2B5EF4-FFF2-40B4-BE49-F238E27FC236}">
                <a16:creationId xmlns:a16="http://schemas.microsoft.com/office/drawing/2014/main" id="{7BB391C5-B08D-42F4-92BE-69DD3E7B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1" name="column-9">
            <a:extLst xmlns:a="http://schemas.openxmlformats.org/drawingml/2006/main">
              <a:ext uri="{FF2B5EF4-FFF2-40B4-BE49-F238E27FC236}">
                <a16:creationId xmlns:a16="http://schemas.microsoft.com/office/drawing/2014/main" id="{CE14C6C6-F547-455D-99D6-5C3BE61C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K</a:t>
            </a:r>
          </a:p>
        </p:txBody>
      </p:sp>
      <p:sp>
        <p:nvSpPr>
          <p:cNvPr id="42" name="row-9">
            <a:extLst xmlns:a="http://schemas.openxmlformats.org/drawingml/2006/main">
              <a:ext uri="{FF2B5EF4-FFF2-40B4-BE49-F238E27FC236}">
                <a16:creationId xmlns:a16="http://schemas.microsoft.com/office/drawing/2014/main" id="{B00008B1-9200-4257-92E2-1E59CF1C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43" name="grid-v-10">
            <a:extLst xmlns:a="http://schemas.openxmlformats.org/drawingml/2006/main">
              <a:ext uri="{FF2B5EF4-FFF2-40B4-BE49-F238E27FC236}">
                <a16:creationId xmlns:a16="http://schemas.microsoft.com/office/drawing/2014/main" id="{8FD5276C-E6BC-4582-B2D9-8025A882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4" name="grid-h-10">
            <a:extLst xmlns:a="http://schemas.openxmlformats.org/drawingml/2006/main">
              <a:ext uri="{FF2B5EF4-FFF2-40B4-BE49-F238E27FC236}">
                <a16:creationId xmlns:a16="http://schemas.microsoft.com/office/drawing/2014/main" id="{E2DC544A-FF75-4C54-BDA3-E078049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9587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5" name="column-10">
            <a:extLst xmlns:a="http://schemas.openxmlformats.org/drawingml/2006/main">
              <a:ext uri="{FF2B5EF4-FFF2-40B4-BE49-F238E27FC236}">
                <a16:creationId xmlns:a16="http://schemas.microsoft.com/office/drawing/2014/main" id="{77B2546E-B238-4CCF-83C3-8FA879A4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L</a:t>
            </a:r>
          </a:p>
        </p:txBody>
      </p:sp>
      <p:sp>
        <p:nvSpPr>
          <p:cNvPr id="46" name="row-10">
            <a:extLst xmlns:a="http://schemas.openxmlformats.org/drawingml/2006/main">
              <a:ext uri="{FF2B5EF4-FFF2-40B4-BE49-F238E27FC236}">
                <a16:creationId xmlns:a16="http://schemas.microsoft.com/office/drawing/2014/main" id="{D17906F7-6019-4569-9AA5-F4BC4D62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9625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47" name="grid-v-11">
            <a:extLst xmlns:a="http://schemas.openxmlformats.org/drawingml/2006/main">
              <a:ext uri="{FF2B5EF4-FFF2-40B4-BE49-F238E27FC236}">
                <a16:creationId xmlns:a16="http://schemas.microsoft.com/office/drawing/2014/main" id="{95F6B257-468A-4030-AB14-5CBBECE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8" name="grid-h-11">
            <a:extLst xmlns:a="http://schemas.openxmlformats.org/drawingml/2006/main">
              <a:ext uri="{FF2B5EF4-FFF2-40B4-BE49-F238E27FC236}">
                <a16:creationId xmlns:a16="http://schemas.microsoft.com/office/drawing/2014/main" id="{0949AD34-C902-4FBD-A689-2BC46380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054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9" name="column-11">
            <a:extLst xmlns:a="http://schemas.openxmlformats.org/drawingml/2006/main">
              <a:ext uri="{FF2B5EF4-FFF2-40B4-BE49-F238E27FC236}">
                <a16:creationId xmlns:a16="http://schemas.microsoft.com/office/drawing/2014/main" id="{BB2B3EDD-A925-427A-89C0-D1E191A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M</a:t>
            </a:r>
          </a:p>
        </p:txBody>
      </p:sp>
      <p:sp>
        <p:nvSpPr>
          <p:cNvPr id="50" name="row-11">
            <a:extLst xmlns:a="http://schemas.openxmlformats.org/drawingml/2006/main">
              <a:ext uri="{FF2B5EF4-FFF2-40B4-BE49-F238E27FC236}">
                <a16:creationId xmlns:a16="http://schemas.microsoft.com/office/drawing/2014/main" id="{36ADCAA6-D9D7-4E09-A38D-A6D696B0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2720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1" name="grid-v-12">
            <a:extLst xmlns:a="http://schemas.openxmlformats.org/drawingml/2006/main">
              <a:ext uri="{FF2B5EF4-FFF2-40B4-BE49-F238E27FC236}">
                <a16:creationId xmlns:a16="http://schemas.microsoft.com/office/drawing/2014/main" id="{832D0B4D-0767-4249-871C-B613120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2" name="grid-h-12">
            <a:extLst xmlns:a="http://schemas.openxmlformats.org/drawingml/2006/main">
              <a:ext uri="{FF2B5EF4-FFF2-40B4-BE49-F238E27FC236}">
                <a16:creationId xmlns:a16="http://schemas.microsoft.com/office/drawing/2014/main" id="{4FD20B6B-8BD8-4AC6-AD0F-E9582CB4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3" name="column-12">
            <a:extLst xmlns:a="http://schemas.openxmlformats.org/drawingml/2006/main">
              <a:ext uri="{FF2B5EF4-FFF2-40B4-BE49-F238E27FC236}">
                <a16:creationId xmlns:a16="http://schemas.microsoft.com/office/drawing/2014/main" id="{2CF70D1F-4F95-4403-8C43-E1B1F23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N</a:t>
            </a:r>
          </a:p>
        </p:txBody>
      </p:sp>
      <p:sp>
        <p:nvSpPr>
          <p:cNvPr id="54" name="row-12">
            <a:extLst xmlns:a="http://schemas.openxmlformats.org/drawingml/2006/main">
              <a:ext uri="{FF2B5EF4-FFF2-40B4-BE49-F238E27FC236}">
                <a16:creationId xmlns:a16="http://schemas.microsoft.com/office/drawing/2014/main" id="{4917C531-66DA-4F2E-BC52-5EA1C068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5" name="stone-B-9-3">
            <a:extLst xmlns:a="http://schemas.openxmlformats.org/drawingml/2006/main">
              <a:ext uri="{FF2B5EF4-FFF2-40B4-BE49-F238E27FC236}">
                <a16:creationId xmlns:a16="http://schemas.microsoft.com/office/drawing/2014/main" id="{A0B24D6A-60BE-4E89-B042-C7B93C89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446" y="4656296"/>
            <a:ext cx="260033" cy="26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56" name="target-9-3">
            <a:extLst xmlns:a="http://schemas.openxmlformats.org/drawingml/2006/main">
              <a:ext uri="{FF2B5EF4-FFF2-40B4-BE49-F238E27FC236}">
                <a16:creationId xmlns:a16="http://schemas.microsoft.com/office/drawing/2014/main" id="{3BFEE80C-E217-4CC1-9546-75F8651B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46720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7" name="stone-B-3-9">
            <a:extLst xmlns:a="http://schemas.openxmlformats.org/drawingml/2006/main">
              <a:ext uri="{FF2B5EF4-FFF2-40B4-BE49-F238E27FC236}">
                <a16:creationId xmlns:a16="http://schemas.microsoft.com/office/drawing/2014/main" id="{E2F92FF1-34ED-4E35-902D-ABF71687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821" y="2798921"/>
            <a:ext cx="260033" cy="26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58" name="stone-W-3-3">
            <a:extLst xmlns:a="http://schemas.openxmlformats.org/drawingml/2006/main">
              <a:ext uri="{FF2B5EF4-FFF2-40B4-BE49-F238E27FC236}">
                <a16:creationId xmlns:a16="http://schemas.microsoft.com/office/drawing/2014/main" id="{FC685E8C-BA75-4C28-BE8D-AE1D1B4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446" y="2798921"/>
            <a:ext cx="260033" cy="26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59" name="question">
            <a:extLst xmlns:a="http://schemas.openxmlformats.org/drawingml/2006/main">
              <a:ext uri="{FF2B5EF4-FFF2-40B4-BE49-F238E27FC236}">
                <a16:creationId xmlns:a16="http://schemas.microsoft.com/office/drawing/2014/main" id="{C3A054BD-DA24-4B18-867E-03044992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黑先，在完整 13×13 比较 D6 与 K4。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分别说明与已有棋子的距离、目标和白方回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应。</a:t>
            </a:r>
          </a:p>
        </p:txBody>
      </p:sp>
      <p:sp>
        <p:nvSpPr>
          <p:cNvPr id="6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163D18B9-C0B0-435C-9049-5FF362FF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说明你的目标与一个对方回应，再听听同伴的理由。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没有唯一最佳手。</a:t>
            </a:r>
          </a:p>
        </p:txBody>
      </p:sp>
      <p:sp>
        <p:nvSpPr>
          <p:cNvPr id="6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DB97AE06-8A71-4DC8-B708-82EC741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6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86B009-2F84-4219-B5C0-579F92F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28 / 36</a:t>
            </a:r>
          </a:p>
        </p:txBody>
      </p:sp>
    </p:spTree>
    <p:extLst>
      <p:ext uri="{BB962C8B-B14F-4D97-AF65-F5344CB8AC3E}">
        <p14:creationId xmlns:p14="http://schemas.microsoft.com/office/powerpoint/2010/main" val="10239145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CE79EB-2E13-4978-BC93-BBFC3F9F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DISC-004  提子还是先连接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67233A56-2FF2-470F-A023-1A6499D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9×9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BA250B93-37A9-4D4B-9554-A50C2861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D0B4C655-037A-41BE-867D-A0FC64AA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2CEC1238-8735-4F24-9920-33EAF6D7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57D0B7C8-4FB1-4158-8D1C-0C764D1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E5A7C29A-C89C-48D0-A06A-B9EDA5C7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19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395A5347-ACB4-4703-8919-EF9B1CAD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4594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FCCE09C6-4832-4753-8C8C-8FFCF7A2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5DE84B66-E48C-4393-956E-91A8BBE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31244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625676A8-92AD-4435-AA3F-971CE86A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4CE74F3E-BA1F-4146-AED5-D961F5A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F78D7550-9A07-455E-832D-2CFC20A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BF3FF5BB-8DA2-404C-A9C9-877ACE4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1D0B721A-E275-409E-B59C-C0DB089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06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8677A206-CE27-40CC-A649-0FF24B4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93281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47E5903B-6015-4621-BAD2-3549E47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931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D8CEB6F1-0E9C-4FA3-B22D-7F038598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59931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97D6AE82-87B7-4955-934E-1E123964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1F6A25F1-2237-4A4E-B6FC-CCB9B61B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6C294495-66B0-420A-B2D9-F58804D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7DF156DA-EF65-4A47-9C39-BAEADE9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E6FF6C9B-937C-4C03-8B37-7DFE2EF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1C8DC732-A4A3-4211-9BDF-D964689F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21969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97C1DF83-1D70-4A90-AF6C-D0B61C8C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19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9A3820F4-43FB-4B56-B17E-9D96D9D1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88619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CEA23BE6-62FD-4F4B-8CE4-A3964F80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CA1379E7-66D6-45EE-813E-4F42C196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9C7004E9-C210-4D7F-B9A0-7D30EFB5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0B6AE58A-8D04-4159-BBA9-B040260A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1BDE8438-912A-4941-8382-6B665FD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209774E2-83CD-4DDF-9B16-64C1981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50656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53DA99AA-E2A4-45A8-9E54-3948E5AA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06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F868B5CB-C7BB-43AB-8AF2-7A0BE13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117306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AB84BF4B-A7B1-4DB5-99B7-615796C0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933F9D17-1F96-47FB-A63E-029A3097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F07D31DF-91D6-4FAA-8BCF-66FB6BE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DE955F33-E705-49CD-A7D6-A8B9CFD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stone-B-3-2">
            <a:extLst xmlns:a="http://schemas.openxmlformats.org/drawingml/2006/main">
              <a:ext uri="{FF2B5EF4-FFF2-40B4-BE49-F238E27FC236}">
                <a16:creationId xmlns:a16="http://schemas.microsoft.com/office/drawing/2014/main" id="{4DF77199-8949-4A34-926A-0C21E889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20278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B-4-1">
            <a:extLst xmlns:a="http://schemas.openxmlformats.org/drawingml/2006/main">
              <a:ext uri="{FF2B5EF4-FFF2-40B4-BE49-F238E27FC236}">
                <a16:creationId xmlns:a16="http://schemas.microsoft.com/office/drawing/2014/main" id="{4E7C6B6F-9DBF-4065-A480-5C5295C8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9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B-5-2">
            <a:extLst xmlns:a="http://schemas.openxmlformats.org/drawingml/2006/main">
              <a:ext uri="{FF2B5EF4-FFF2-40B4-BE49-F238E27FC236}">
                <a16:creationId xmlns:a16="http://schemas.microsoft.com/office/drawing/2014/main" id="{74EEC7B2-F9F0-4878-B929-4D4BAEC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13146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B-4-5">
            <a:extLst xmlns:a="http://schemas.openxmlformats.org/drawingml/2006/main">
              <a:ext uri="{FF2B5EF4-FFF2-40B4-BE49-F238E27FC236}">
                <a16:creationId xmlns:a16="http://schemas.microsoft.com/office/drawing/2014/main" id="{71691921-A052-48FE-B755-FFFD66FC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994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stone-B-4-7">
            <a:extLst xmlns:a="http://schemas.openxmlformats.org/drawingml/2006/main">
              <a:ext uri="{FF2B5EF4-FFF2-40B4-BE49-F238E27FC236}">
                <a16:creationId xmlns:a16="http://schemas.microsoft.com/office/drawing/2014/main" id="{B031AD6F-A1F2-4465-8EDF-27604BF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81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stone-W-4-2">
            <a:extLst xmlns:a="http://schemas.openxmlformats.org/drawingml/2006/main">
              <a:ext uri="{FF2B5EF4-FFF2-40B4-BE49-F238E27FC236}">
                <a16:creationId xmlns:a16="http://schemas.microsoft.com/office/drawing/2014/main" id="{CF4F1B18-0C01-47F3-A17D-17094FF8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5" name="target-4-2">
            <a:extLst xmlns:a="http://schemas.openxmlformats.org/drawingml/2006/main">
              <a:ext uri="{FF2B5EF4-FFF2-40B4-BE49-F238E27FC236}">
                <a16:creationId xmlns:a16="http://schemas.microsoft.com/office/drawing/2014/main" id="{CF7C4E3D-1A4B-44F2-8BAA-EC092B94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6" name="question">
            <a:extLst xmlns:a="http://schemas.openxmlformats.org/drawingml/2006/main">
              <a:ext uri="{FF2B5EF4-FFF2-40B4-BE49-F238E27FC236}">
                <a16:creationId xmlns:a16="http://schemas.microsoft.com/office/drawing/2014/main" id="{26807971-6BD6-475F-B576-573903BB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黑先，比较 D5 提掉 C5 白子与 G5 连接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F5、H5。先预测双方一手，再交流取舍。</a:t>
            </a:r>
          </a:p>
        </p:txBody>
      </p:sp>
      <p:sp>
        <p:nvSpPr>
          <p:cNvPr id="47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A899333C-9F89-4876-8950-701EF2F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说明你的目标与一个对方回应，再听听同伴的理由。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没有唯一最佳手。</a:t>
            </a:r>
          </a:p>
        </p:txBody>
      </p:sp>
      <p:sp>
        <p:nvSpPr>
          <p:cNvPr id="48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30D7B57B-0842-429A-AEE8-1156706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789C74-1084-48F1-993D-8F23476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29 / 36</a:t>
            </a:r>
          </a:p>
        </p:txBody>
      </p:sp>
    </p:spTree>
    <p:extLst>
      <p:ext uri="{BB962C8B-B14F-4D97-AF65-F5344CB8AC3E}">
        <p14:creationId xmlns:p14="http://schemas.microsoft.com/office/powerpoint/2010/main" val="19757090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87DAE5-AB1B-4E7A-9E65-4D9FF253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DISC-005  停手前先核对争议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426BA8A6-E986-425F-9C9C-637D896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9×9 棋盘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6659CA96-FF18-4B9D-9DE9-3BC1E6B3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156FBD38-0AD8-469D-B111-E7F0851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70B0A9BB-23C6-43E6-B8D3-C082ED5F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E3F5AB2E-5939-486E-A359-FDF3971D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4680CC70-6561-4E48-A8B1-17462CF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19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67266AA0-9FB2-4E6F-8CAF-55503722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4594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38B30FE6-9F8A-477F-99A2-BC6AA92F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290AC403-CF47-4585-9A7C-B63DD39C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31244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85F55820-BE8C-40BC-9F99-EC961496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38968DC0-705A-430B-ABD5-BBBFB90B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458F5E62-927A-4496-8DB0-F32C990F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8B68B496-C1E9-4784-BC33-CFC2DE5B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8EB43FA8-7FB2-4EAA-BD66-48CBB823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806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85975622-BCB8-4119-801E-98878C83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93281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D45F84F8-2E79-4C7D-8EB2-427B3EC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931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55112E36-977F-4C5B-8B8D-FC3650C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59931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29564C47-CAE8-4C43-86A8-370E61A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6402A49E-6103-4BF4-AD64-3C2A71B5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EB7FBCDA-1ADC-4D17-BD8F-E2F74ED2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19F917CC-797A-4C3F-A82E-8EAA251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3" name="grid-v-5">
            <a:extLst xmlns:a="http://schemas.openxmlformats.org/drawingml/2006/main">
              <a:ext uri="{FF2B5EF4-FFF2-40B4-BE49-F238E27FC236}">
                <a16:creationId xmlns:a16="http://schemas.microsoft.com/office/drawing/2014/main" id="{15E32DE2-979E-4084-880A-5F0F1A3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4" name="grid-h-5">
            <a:extLst xmlns:a="http://schemas.openxmlformats.org/drawingml/2006/main">
              <a:ext uri="{FF2B5EF4-FFF2-40B4-BE49-F238E27FC236}">
                <a16:creationId xmlns:a16="http://schemas.microsoft.com/office/drawing/2014/main" id="{5ECC15D9-3B16-441C-9FBC-3A5E60B8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21969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5" name="column-5">
            <a:extLst xmlns:a="http://schemas.openxmlformats.org/drawingml/2006/main">
              <a:ext uri="{FF2B5EF4-FFF2-40B4-BE49-F238E27FC236}">
                <a16:creationId xmlns:a16="http://schemas.microsoft.com/office/drawing/2014/main" id="{57028112-1CD3-4B2D-88E2-55671D43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619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</p:txBody>
      </p:sp>
      <p:sp>
        <p:nvSpPr>
          <p:cNvPr id="26" name="row-5">
            <a:extLst xmlns:a="http://schemas.openxmlformats.org/drawingml/2006/main">
              <a:ext uri="{FF2B5EF4-FFF2-40B4-BE49-F238E27FC236}">
                <a16:creationId xmlns:a16="http://schemas.microsoft.com/office/drawing/2014/main" id="{928E5616-CE06-44D8-8183-8794C6D2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88619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grid-v-6">
            <a:extLst xmlns:a="http://schemas.openxmlformats.org/drawingml/2006/main">
              <a:ext uri="{FF2B5EF4-FFF2-40B4-BE49-F238E27FC236}">
                <a16:creationId xmlns:a16="http://schemas.microsoft.com/office/drawing/2014/main" id="{F054D6F6-10CF-4F08-8074-E6ED594F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8" name="grid-h-6">
            <a:extLst xmlns:a="http://schemas.openxmlformats.org/drawingml/2006/main">
              <a:ext uri="{FF2B5EF4-FFF2-40B4-BE49-F238E27FC236}">
                <a16:creationId xmlns:a16="http://schemas.microsoft.com/office/drawing/2014/main" id="{23ACBEF4-91B4-4718-9A41-ED14D09C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9" name="column-6">
            <a:extLst xmlns:a="http://schemas.openxmlformats.org/drawingml/2006/main">
              <a:ext uri="{FF2B5EF4-FFF2-40B4-BE49-F238E27FC236}">
                <a16:creationId xmlns:a16="http://schemas.microsoft.com/office/drawing/2014/main" id="{7ECB1E58-7279-46D0-8857-58D98685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G</a:t>
            </a:r>
          </a:p>
        </p:txBody>
      </p:sp>
      <p:sp>
        <p:nvSpPr>
          <p:cNvPr id="30" name="row-6">
            <a:extLst xmlns:a="http://schemas.openxmlformats.org/drawingml/2006/main">
              <a:ext uri="{FF2B5EF4-FFF2-40B4-BE49-F238E27FC236}">
                <a16:creationId xmlns:a16="http://schemas.microsoft.com/office/drawing/2014/main" id="{E3A4D3A0-F702-444D-A8A3-A34BF062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1" name="grid-v-7">
            <a:extLst xmlns:a="http://schemas.openxmlformats.org/drawingml/2006/main">
              <a:ext uri="{FF2B5EF4-FFF2-40B4-BE49-F238E27FC236}">
                <a16:creationId xmlns:a16="http://schemas.microsoft.com/office/drawing/2014/main" id="{EE789951-C48A-424A-8868-70B67D3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2" name="grid-h-7">
            <a:extLst xmlns:a="http://schemas.openxmlformats.org/drawingml/2006/main">
              <a:ext uri="{FF2B5EF4-FFF2-40B4-BE49-F238E27FC236}">
                <a16:creationId xmlns:a16="http://schemas.microsoft.com/office/drawing/2014/main" id="{1D2A6D99-D990-409D-B2D0-415E06F3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50656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3" name="column-7">
            <a:extLst xmlns:a="http://schemas.openxmlformats.org/drawingml/2006/main">
              <a:ext uri="{FF2B5EF4-FFF2-40B4-BE49-F238E27FC236}">
                <a16:creationId xmlns:a16="http://schemas.microsoft.com/office/drawing/2014/main" id="{AA4895AE-8E41-42A3-BE60-C911C56A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06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H</a:t>
            </a:r>
          </a:p>
        </p:txBody>
      </p:sp>
      <p:sp>
        <p:nvSpPr>
          <p:cNvPr id="34" name="row-7">
            <a:extLst xmlns:a="http://schemas.openxmlformats.org/drawingml/2006/main">
              <a:ext uri="{FF2B5EF4-FFF2-40B4-BE49-F238E27FC236}">
                <a16:creationId xmlns:a16="http://schemas.microsoft.com/office/drawing/2014/main" id="{1FBB70E3-7011-4413-834F-D1F79AF4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117306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5" name="grid-v-8">
            <a:extLst xmlns:a="http://schemas.openxmlformats.org/drawingml/2006/main">
              <a:ext uri="{FF2B5EF4-FFF2-40B4-BE49-F238E27FC236}">
                <a16:creationId xmlns:a16="http://schemas.microsoft.com/office/drawing/2014/main" id="{FE91C1EB-A2BA-4B2A-9691-17E1E06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6" name="grid-h-8">
            <a:extLst xmlns:a="http://schemas.openxmlformats.org/drawingml/2006/main">
              <a:ext uri="{FF2B5EF4-FFF2-40B4-BE49-F238E27FC236}">
                <a16:creationId xmlns:a16="http://schemas.microsoft.com/office/drawing/2014/main" id="{99103C77-74FF-47EF-88FA-B20C1C0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37" name="column-8">
            <a:extLst xmlns:a="http://schemas.openxmlformats.org/drawingml/2006/main">
              <a:ext uri="{FF2B5EF4-FFF2-40B4-BE49-F238E27FC236}">
                <a16:creationId xmlns:a16="http://schemas.microsoft.com/office/drawing/2014/main" id="{CE0DB334-23EE-4F40-AE6C-491D2967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J</a:t>
            </a:r>
          </a:p>
        </p:txBody>
      </p:sp>
      <p:sp>
        <p:nvSpPr>
          <p:cNvPr id="38" name="row-8">
            <a:extLst xmlns:a="http://schemas.openxmlformats.org/drawingml/2006/main">
              <a:ext uri="{FF2B5EF4-FFF2-40B4-BE49-F238E27FC236}">
                <a16:creationId xmlns:a16="http://schemas.microsoft.com/office/drawing/2014/main" id="{7CF32C26-08CA-420E-BABB-62C213A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9" name="stone-B-3-2">
            <a:extLst xmlns:a="http://schemas.openxmlformats.org/drawingml/2006/main">
              <a:ext uri="{FF2B5EF4-FFF2-40B4-BE49-F238E27FC236}">
                <a16:creationId xmlns:a16="http://schemas.microsoft.com/office/drawing/2014/main" id="{42A92FF9-A432-4A20-8C20-7FF90E5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20278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B-4-1">
            <a:extLst xmlns:a="http://schemas.openxmlformats.org/drawingml/2006/main">
              <a:ext uri="{FF2B5EF4-FFF2-40B4-BE49-F238E27FC236}">
                <a16:creationId xmlns:a16="http://schemas.microsoft.com/office/drawing/2014/main" id="{ABF8A2BD-E05C-46CC-B4DE-44DAE1C3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9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B-5-2">
            <a:extLst xmlns:a="http://schemas.openxmlformats.org/drawingml/2006/main">
              <a:ext uri="{FF2B5EF4-FFF2-40B4-BE49-F238E27FC236}">
                <a16:creationId xmlns:a16="http://schemas.microsoft.com/office/drawing/2014/main" id="{38EAE8F5-DE8C-4FAA-9AF1-1E05BF81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13146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4-2">
            <a:extLst xmlns:a="http://schemas.openxmlformats.org/drawingml/2006/main">
              <a:ext uri="{FF2B5EF4-FFF2-40B4-BE49-F238E27FC236}">
                <a16:creationId xmlns:a16="http://schemas.microsoft.com/office/drawing/2014/main" id="{93DBABC2-85F5-46EB-9706-DDCDEB2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target-4-2">
            <a:extLst xmlns:a="http://schemas.openxmlformats.org/drawingml/2006/main">
              <a:ext uri="{FF2B5EF4-FFF2-40B4-BE49-F238E27FC236}">
                <a16:creationId xmlns:a16="http://schemas.microsoft.com/office/drawing/2014/main" id="{E1A266BB-FC00-4DD0-B51E-D2B0E83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72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4" name="question">
            <a:extLst xmlns:a="http://schemas.openxmlformats.org/drawingml/2006/main">
              <a:ext uri="{FF2B5EF4-FFF2-40B4-BE49-F238E27FC236}">
                <a16:creationId xmlns:a16="http://schemas.microsoft.com/office/drawing/2014/main" id="{FCA2F5A6-C10B-4FDC-8785-EFF9D0B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黑方轮次，局面尚未结束。比较 D5 实际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提子与停一手。怎样与同伴核对争议？</a:t>
            </a:r>
          </a:p>
        </p:txBody>
      </p:sp>
      <p:sp>
        <p:nvSpPr>
          <p:cNvPr id="45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F5E35EE8-807C-40C3-8900-B47C4915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说明你的目标与一个对方回应，再听听同伴的理由。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没有唯一最佳手。</a:t>
            </a:r>
          </a:p>
        </p:txBody>
      </p:sp>
      <p:sp>
        <p:nvSpPr>
          <p:cNvPr id="46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74F46F67-C0C6-46E1-B4B4-FEE7C899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E9D3A2-29AB-4576-AA60-C5F1B8D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6487536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19DF0-8DAD-45EE-9E8C-825F793B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END-001  清楚围空：子与空都计入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B3B920CA-7134-43CE-8BBC-F028581E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BAE01B3A-70BE-4971-862F-36C8CFC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A3E39B01-1C76-472F-8AC7-3CAECD63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8A4ABBA4-908B-4877-8851-268590F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07D2E881-C95E-434B-AD6B-5C67FE7A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1FFC2781-1A7F-4E98-AA50-DF44061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C3D2FB14-F4DB-46F2-A503-EFD65127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B2C13A7A-EC86-417E-96C4-B1DA4A1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73390247-B883-440B-ADA0-38B84414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E5211377-2D37-40B9-A394-DAF87C87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F7EDDBF6-3977-4588-A981-DC909BD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367F54A0-A8D5-412B-8AB2-C0E45517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A4C28CE8-5164-4E02-BE3B-48255E4F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C80E3C2B-390C-48A6-8BFA-85906B27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4554FA39-4DBE-4EC6-A72A-CA89AEE7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C5189923-E95E-4937-917C-872C1A33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0339E8C6-7E4F-47E4-934C-E1FEA67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138653FB-90F9-417F-9D4B-DCE403F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9E9E7C0B-1EC1-47BF-ABBD-C0395E6F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00FB8F07-FD99-4269-95F3-578833E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081DE466-C50A-4345-8073-78AEA84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619424A6-93ED-43EE-AEDB-3053385B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75CE211A-1753-480C-ADF9-CD94A5FD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DD4C2121-9FD5-46C5-BFBF-645DF3A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E4598860-01B0-47C1-822E-8753A6E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7DCA0033-6103-47D0-8DC7-D6BCA3D4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2B028F66-B362-4FE9-B46B-3D22AC5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3">
            <a:extLst xmlns:a="http://schemas.openxmlformats.org/drawingml/2006/main">
              <a:ext uri="{FF2B5EF4-FFF2-40B4-BE49-F238E27FC236}">
                <a16:creationId xmlns:a16="http://schemas.microsoft.com/office/drawing/2014/main" id="{0F8D9054-C11F-475A-B2B8-1D227D5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1-4">
            <a:extLst xmlns:a="http://schemas.openxmlformats.org/drawingml/2006/main">
              <a:ext uri="{FF2B5EF4-FFF2-40B4-BE49-F238E27FC236}">
                <a16:creationId xmlns:a16="http://schemas.microsoft.com/office/drawing/2014/main" id="{BFAD4532-F75D-462B-8873-94497452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2-0">
            <a:extLst xmlns:a="http://schemas.openxmlformats.org/drawingml/2006/main">
              <a:ext uri="{FF2B5EF4-FFF2-40B4-BE49-F238E27FC236}">
                <a16:creationId xmlns:a16="http://schemas.microsoft.com/office/drawing/2014/main" id="{A4EC6207-752A-47A9-AC97-9C444B7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1">
            <a:extLst xmlns:a="http://schemas.openxmlformats.org/drawingml/2006/main">
              <a:ext uri="{FF2B5EF4-FFF2-40B4-BE49-F238E27FC236}">
                <a16:creationId xmlns:a16="http://schemas.microsoft.com/office/drawing/2014/main" id="{1ABFACD9-AE15-49BE-B388-B45EA248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2">
            <a:extLst xmlns:a="http://schemas.openxmlformats.org/drawingml/2006/main">
              <a:ext uri="{FF2B5EF4-FFF2-40B4-BE49-F238E27FC236}">
                <a16:creationId xmlns:a16="http://schemas.microsoft.com/office/drawing/2014/main" id="{A85140CC-B2C3-48E3-8B11-36A3B639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3">
            <a:extLst xmlns:a="http://schemas.openxmlformats.org/drawingml/2006/main">
              <a:ext uri="{FF2B5EF4-FFF2-40B4-BE49-F238E27FC236}">
                <a16:creationId xmlns:a16="http://schemas.microsoft.com/office/drawing/2014/main" id="{4EB2AFBA-62A9-4FB4-9875-DBA6908C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4">
            <a:extLst xmlns:a="http://schemas.openxmlformats.org/drawingml/2006/main">
              <a:ext uri="{FF2B5EF4-FFF2-40B4-BE49-F238E27FC236}">
                <a16:creationId xmlns:a16="http://schemas.microsoft.com/office/drawing/2014/main" id="{74894BC8-379D-4748-B464-80C739F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3-0">
            <a:extLst xmlns:a="http://schemas.openxmlformats.org/drawingml/2006/main">
              <a:ext uri="{FF2B5EF4-FFF2-40B4-BE49-F238E27FC236}">
                <a16:creationId xmlns:a16="http://schemas.microsoft.com/office/drawing/2014/main" id="{63002072-E245-40E8-9743-1E8B920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1">
            <a:extLst xmlns:a="http://schemas.openxmlformats.org/drawingml/2006/main">
              <a:ext uri="{FF2B5EF4-FFF2-40B4-BE49-F238E27FC236}">
                <a16:creationId xmlns:a16="http://schemas.microsoft.com/office/drawing/2014/main" id="{22D29E0F-21AF-4CEC-8F17-456EE30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2">
            <a:extLst xmlns:a="http://schemas.openxmlformats.org/drawingml/2006/main">
              <a:ext uri="{FF2B5EF4-FFF2-40B4-BE49-F238E27FC236}">
                <a16:creationId xmlns:a16="http://schemas.microsoft.com/office/drawing/2014/main" id="{504488C7-7973-4029-B71B-BF34E94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3-3">
            <a:extLst xmlns:a="http://schemas.openxmlformats.org/drawingml/2006/main">
              <a:ext uri="{FF2B5EF4-FFF2-40B4-BE49-F238E27FC236}">
                <a16:creationId xmlns:a16="http://schemas.microsoft.com/office/drawing/2014/main" id="{1F5F9E46-EDDC-4E03-91AE-AD2EAA7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3-4">
            <a:extLst xmlns:a="http://schemas.openxmlformats.org/drawingml/2006/main">
              <a:ext uri="{FF2B5EF4-FFF2-40B4-BE49-F238E27FC236}">
                <a16:creationId xmlns:a16="http://schemas.microsoft.com/office/drawing/2014/main" id="{D6DAEC9E-ED8D-4E48-BBF5-04F30F3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4-0">
            <a:extLst xmlns:a="http://schemas.openxmlformats.org/drawingml/2006/main">
              <a:ext uri="{FF2B5EF4-FFF2-40B4-BE49-F238E27FC236}">
                <a16:creationId xmlns:a16="http://schemas.microsoft.com/office/drawing/2014/main" id="{79AD09F4-883E-47C6-B3ED-31EEDFC8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4-2">
            <a:extLst xmlns:a="http://schemas.openxmlformats.org/drawingml/2006/main">
              <a:ext uri="{FF2B5EF4-FFF2-40B4-BE49-F238E27FC236}">
                <a16:creationId xmlns:a16="http://schemas.microsoft.com/office/drawing/2014/main" id="{BC2C2C4B-7099-4ACB-8B73-8E012FC1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stone-W-4-4">
            <a:extLst xmlns:a="http://schemas.openxmlformats.org/drawingml/2006/main">
              <a:ext uri="{FF2B5EF4-FFF2-40B4-BE49-F238E27FC236}">
                <a16:creationId xmlns:a16="http://schemas.microsoft.com/office/drawing/2014/main" id="{E6F086DF-29C8-4351-ADFE-B0A0FBD4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question">
            <a:extLst xmlns:a="http://schemas.openxmlformats.org/drawingml/2006/main">
              <a:ext uri="{FF2B5EF4-FFF2-40B4-BE49-F238E27FC236}">
                <a16:creationId xmlns:a16="http://schemas.microsoft.com/office/drawing/2014/main" id="{B762438D-9242-45AF-9E19-D2D3F978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根据给定教学假设，逐项核对双方活子、围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空、中立点与贴目。</a:t>
            </a:r>
          </a:p>
        </p:txBody>
      </p:sp>
      <p:sp>
        <p:nvSpPr>
          <p:cNvPr id="45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265F9A1A-6103-46BB-B427-DFB9224F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6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10267850-7D5D-45CE-A522-6DA43F4C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1F61F7-ED5D-42AE-A403-A11F0463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31 / 36</a:t>
            </a:r>
          </a:p>
        </p:txBody>
      </p:sp>
    </p:spTree>
    <p:extLst>
      <p:ext uri="{BB962C8B-B14F-4D97-AF65-F5344CB8AC3E}">
        <p14:creationId xmlns:p14="http://schemas.microsoft.com/office/powerpoint/2010/main" val="28151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A6B160-52E8-45B3-9DCD-E58B26AC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END-002  中立空区：不分给任何一方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7EF6DEC8-6E44-43C3-B79C-842E4CF4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C0B981AD-FE46-41BD-9ED8-20E6B272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76E031D9-D8DA-4B2D-B185-1C1ABDAF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FDDB543B-F733-4317-8B0F-932BAC29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42362F95-62BA-4D6B-A1B7-F79AE2B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24B2BAF6-A484-483A-AB62-CB0A8921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29B09A82-0B5A-46B1-A7FC-A111BD29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0E4D6521-2F1D-406D-896E-6AFDC29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33F7CC03-553E-453D-BFD6-168D43E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1EC8734C-B3FC-4D0F-BB34-BBA869C7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67495D45-87E5-4138-9978-BDE68A15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A69CF6B8-3348-4D7C-B754-1CD59A1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E9480FF9-ABEB-49E2-A198-3914AC53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38574D91-A588-4509-B8C7-CB1F3807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7633D465-9154-46AC-9BBB-61DB50CA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B68AF4D9-0041-4CA8-A1A2-8514A10B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E2D7BF0C-3530-4D37-82BE-4C77C04B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EDF51F6B-E8C3-466A-AFEC-0A30E179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0552C952-BDF4-4E25-B2D1-75851718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6DBBF540-5856-445B-9F61-33F3B9C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69CBB7B7-E00E-47C5-834C-0CCBA869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C051F737-9DD1-4CBD-A152-A416529F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23AA82F1-DDAF-4534-9706-EF2297C7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B8656F52-CC71-42A5-8F8C-F5D4C09E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5E2E5EBB-430C-4CBB-86F7-E5FF83A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87ACB111-384C-4333-BE65-3401E09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B6026064-D24D-4300-84AD-4470EFF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3">
            <a:extLst xmlns:a="http://schemas.openxmlformats.org/drawingml/2006/main">
              <a:ext uri="{FF2B5EF4-FFF2-40B4-BE49-F238E27FC236}">
                <a16:creationId xmlns:a16="http://schemas.microsoft.com/office/drawing/2014/main" id="{DBC2FA2F-A360-4C18-8E91-F68A8E6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1-4">
            <a:extLst xmlns:a="http://schemas.openxmlformats.org/drawingml/2006/main">
              <a:ext uri="{FF2B5EF4-FFF2-40B4-BE49-F238E27FC236}">
                <a16:creationId xmlns:a16="http://schemas.microsoft.com/office/drawing/2014/main" id="{FF5E9BC7-E1B5-4D56-8FBF-98AF4DB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3-0">
            <a:extLst xmlns:a="http://schemas.openxmlformats.org/drawingml/2006/main">
              <a:ext uri="{FF2B5EF4-FFF2-40B4-BE49-F238E27FC236}">
                <a16:creationId xmlns:a16="http://schemas.microsoft.com/office/drawing/2014/main" id="{54F6270F-E84A-4F29-92E5-B8FE757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3-1">
            <a:extLst xmlns:a="http://schemas.openxmlformats.org/drawingml/2006/main">
              <a:ext uri="{FF2B5EF4-FFF2-40B4-BE49-F238E27FC236}">
                <a16:creationId xmlns:a16="http://schemas.microsoft.com/office/drawing/2014/main" id="{CE33E0BA-D741-4E5A-896F-87575142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3-2">
            <a:extLst xmlns:a="http://schemas.openxmlformats.org/drawingml/2006/main">
              <a:ext uri="{FF2B5EF4-FFF2-40B4-BE49-F238E27FC236}">
                <a16:creationId xmlns:a16="http://schemas.microsoft.com/office/drawing/2014/main" id="{055E41F6-7ABB-4B27-B7A1-0590E51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3-3">
            <a:extLst xmlns:a="http://schemas.openxmlformats.org/drawingml/2006/main">
              <a:ext uri="{FF2B5EF4-FFF2-40B4-BE49-F238E27FC236}">
                <a16:creationId xmlns:a16="http://schemas.microsoft.com/office/drawing/2014/main" id="{9A121CE0-293E-4A3D-9BA3-25198BA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3-4">
            <a:extLst xmlns:a="http://schemas.openxmlformats.org/drawingml/2006/main">
              <a:ext uri="{FF2B5EF4-FFF2-40B4-BE49-F238E27FC236}">
                <a16:creationId xmlns:a16="http://schemas.microsoft.com/office/drawing/2014/main" id="{C2A6DF5F-33D5-4349-94DF-53F8189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4-0">
            <a:extLst xmlns:a="http://schemas.openxmlformats.org/drawingml/2006/main">
              <a:ext uri="{FF2B5EF4-FFF2-40B4-BE49-F238E27FC236}">
                <a16:creationId xmlns:a16="http://schemas.microsoft.com/office/drawing/2014/main" id="{0A335174-EC28-4D65-87E4-F6E702B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4-2">
            <a:extLst xmlns:a="http://schemas.openxmlformats.org/drawingml/2006/main">
              <a:ext uri="{FF2B5EF4-FFF2-40B4-BE49-F238E27FC236}">
                <a16:creationId xmlns:a16="http://schemas.microsoft.com/office/drawing/2014/main" id="{117A0914-0F29-479B-B946-3FDE9D3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4-4">
            <a:extLst xmlns:a="http://schemas.openxmlformats.org/drawingml/2006/main">
              <a:ext uri="{FF2B5EF4-FFF2-40B4-BE49-F238E27FC236}">
                <a16:creationId xmlns:a16="http://schemas.microsoft.com/office/drawing/2014/main" id="{84823C1F-E150-4305-B968-8DA2015D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question">
            <a:extLst xmlns:a="http://schemas.openxmlformats.org/drawingml/2006/main">
              <a:ext uri="{FF2B5EF4-FFF2-40B4-BE49-F238E27FC236}">
                <a16:creationId xmlns:a16="http://schemas.microsoft.com/office/drawing/2014/main" id="{433CB0B2-3EEA-4A04-AA93-ADC59A2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根据给定教学假设，逐项核对双方活子、围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空、中立点与贴目。</a:t>
            </a:r>
          </a:p>
        </p:txBody>
      </p:sp>
      <p:sp>
        <p:nvSpPr>
          <p:cNvPr id="4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49C843B4-729C-47CC-AE64-5530A419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第 3 行按约定保留为中立区。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0EB61738-3D16-447F-8122-A8B9856A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43E873-AE79-4FFC-9978-2B44CE2C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32 / 36</a:t>
            </a:r>
          </a:p>
        </p:txBody>
      </p:sp>
    </p:spTree>
    <p:extLst>
      <p:ext uri="{BB962C8B-B14F-4D97-AF65-F5344CB8AC3E}">
        <p14:creationId xmlns:p14="http://schemas.microsoft.com/office/powerpoint/2010/main" val="4061546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DC77F7-3EC4-4410-80AB-44C586D1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END-003  确认死子后再计算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7E0CEF10-D8A1-4A3A-ACD4-16D921AC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55290922-E333-4507-8855-973493E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56EEA1FC-A385-4092-B8F1-B9EF4C5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492AFBE5-4526-405D-B98C-E83C621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B3BBA9F0-7651-4343-AB32-C2C9DAD7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2B9ECA6A-2CDB-4466-9A1A-E47F7C0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A872C9D0-7B20-42B5-AD37-AF00A086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063B597C-F724-4465-BD32-8DEEA939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4B903C3F-6610-4C29-83E8-C55E250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FC7B4C06-D175-48B4-8A88-605689EE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84561765-E795-46FF-A1FA-3CC6E66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250D77FA-EFB6-42C6-9AE6-A1BD464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CCA96233-D3C2-4F78-BC07-83C2C13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E63A653C-4716-4945-B46B-DA2BCBD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4C199418-76D8-435A-8EDD-9B0FB60A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FB2E3819-18E8-449A-81C1-5D6F48C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A3280825-8D2C-4593-B830-146E77C1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DACEB799-B760-4674-B83A-2DF4142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BE2A4EDB-C8A6-4CE8-8C45-9E8EFA9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7D449F15-066F-44EC-A9D9-45DD94B1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9148C3B5-7138-40D0-AB07-348EB391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1">
            <a:extLst xmlns:a="http://schemas.openxmlformats.org/drawingml/2006/main">
              <a:ext uri="{FF2B5EF4-FFF2-40B4-BE49-F238E27FC236}">
                <a16:creationId xmlns:a16="http://schemas.microsoft.com/office/drawing/2014/main" id="{7297B711-63F1-406D-B993-95DA1922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3">
            <a:extLst xmlns:a="http://schemas.openxmlformats.org/drawingml/2006/main">
              <a:ext uri="{FF2B5EF4-FFF2-40B4-BE49-F238E27FC236}">
                <a16:creationId xmlns:a16="http://schemas.microsoft.com/office/drawing/2014/main" id="{0D552307-9C60-4088-868C-6C75DAD1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1-0">
            <a:extLst xmlns:a="http://schemas.openxmlformats.org/drawingml/2006/main">
              <a:ext uri="{FF2B5EF4-FFF2-40B4-BE49-F238E27FC236}">
                <a16:creationId xmlns:a16="http://schemas.microsoft.com/office/drawing/2014/main" id="{E5931D17-734C-4BE3-9264-E7F5F2B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1">
            <a:extLst xmlns:a="http://schemas.openxmlformats.org/drawingml/2006/main">
              <a:ext uri="{FF2B5EF4-FFF2-40B4-BE49-F238E27FC236}">
                <a16:creationId xmlns:a16="http://schemas.microsoft.com/office/drawing/2014/main" id="{1DC2E4FF-5CF0-4268-8365-FC932F3E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3">
            <a:extLst xmlns:a="http://schemas.openxmlformats.org/drawingml/2006/main">
              <a:ext uri="{FF2B5EF4-FFF2-40B4-BE49-F238E27FC236}">
                <a16:creationId xmlns:a16="http://schemas.microsoft.com/office/drawing/2014/main" id="{7EF6B6F2-93E4-4036-ADCC-7269EAF5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4">
            <a:extLst xmlns:a="http://schemas.openxmlformats.org/drawingml/2006/main">
              <a:ext uri="{FF2B5EF4-FFF2-40B4-BE49-F238E27FC236}">
                <a16:creationId xmlns:a16="http://schemas.microsoft.com/office/drawing/2014/main" id="{7C4DEE52-0567-4896-AF32-74EFD9D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2-0">
            <a:extLst xmlns:a="http://schemas.openxmlformats.org/drawingml/2006/main">
              <a:ext uri="{FF2B5EF4-FFF2-40B4-BE49-F238E27FC236}">
                <a16:creationId xmlns:a16="http://schemas.microsoft.com/office/drawing/2014/main" id="{2AC11AFD-69F2-48C7-98C5-6534E885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2-1">
            <a:extLst xmlns:a="http://schemas.openxmlformats.org/drawingml/2006/main">
              <a:ext uri="{FF2B5EF4-FFF2-40B4-BE49-F238E27FC236}">
                <a16:creationId xmlns:a16="http://schemas.microsoft.com/office/drawing/2014/main" id="{D7B5B339-4B13-43EE-AF10-17386B61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B-2-2">
            <a:extLst xmlns:a="http://schemas.openxmlformats.org/drawingml/2006/main">
              <a:ext uri="{FF2B5EF4-FFF2-40B4-BE49-F238E27FC236}">
                <a16:creationId xmlns:a16="http://schemas.microsoft.com/office/drawing/2014/main" id="{08FDB7CF-D0F4-4899-BCED-E138B83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B-2-3">
            <a:extLst xmlns:a="http://schemas.openxmlformats.org/drawingml/2006/main">
              <a:ext uri="{FF2B5EF4-FFF2-40B4-BE49-F238E27FC236}">
                <a16:creationId xmlns:a16="http://schemas.microsoft.com/office/drawing/2014/main" id="{27CE2D39-0998-4845-BF95-C7E8E29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B-2-4">
            <a:extLst xmlns:a="http://schemas.openxmlformats.org/drawingml/2006/main">
              <a:ext uri="{FF2B5EF4-FFF2-40B4-BE49-F238E27FC236}">
                <a16:creationId xmlns:a16="http://schemas.microsoft.com/office/drawing/2014/main" id="{BCBF5B14-4C53-41BD-8C08-3B6C86CC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3-0">
            <a:extLst xmlns:a="http://schemas.openxmlformats.org/drawingml/2006/main">
              <a:ext uri="{FF2B5EF4-FFF2-40B4-BE49-F238E27FC236}">
                <a16:creationId xmlns:a16="http://schemas.microsoft.com/office/drawing/2014/main" id="{B87B0980-3655-4E5D-BBD0-05045C6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3-1">
            <a:extLst xmlns:a="http://schemas.openxmlformats.org/drawingml/2006/main">
              <a:ext uri="{FF2B5EF4-FFF2-40B4-BE49-F238E27FC236}">
                <a16:creationId xmlns:a16="http://schemas.microsoft.com/office/drawing/2014/main" id="{4F47F1C7-ABED-4EC0-967C-7176A42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3-2">
            <a:extLst xmlns:a="http://schemas.openxmlformats.org/drawingml/2006/main">
              <a:ext uri="{FF2B5EF4-FFF2-40B4-BE49-F238E27FC236}">
                <a16:creationId xmlns:a16="http://schemas.microsoft.com/office/drawing/2014/main" id="{32B6E2C4-BCFD-4DA0-8B12-84CAF28A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3">
            <a:extLst xmlns:a="http://schemas.openxmlformats.org/drawingml/2006/main">
              <a:ext uri="{FF2B5EF4-FFF2-40B4-BE49-F238E27FC236}">
                <a16:creationId xmlns:a16="http://schemas.microsoft.com/office/drawing/2014/main" id="{60B6B7D0-B68B-4DC4-9B6C-86F7DC75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4">
            <a:extLst xmlns:a="http://schemas.openxmlformats.org/drawingml/2006/main">
              <a:ext uri="{FF2B5EF4-FFF2-40B4-BE49-F238E27FC236}">
                <a16:creationId xmlns:a16="http://schemas.microsoft.com/office/drawing/2014/main" id="{5250D514-BFE5-47F9-A3B8-7B1FD149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4-0">
            <a:extLst xmlns:a="http://schemas.openxmlformats.org/drawingml/2006/main">
              <a:ext uri="{FF2B5EF4-FFF2-40B4-BE49-F238E27FC236}">
                <a16:creationId xmlns:a16="http://schemas.microsoft.com/office/drawing/2014/main" id="{702298B8-65C4-4DEB-89D4-2392B10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4-2">
            <a:extLst xmlns:a="http://schemas.openxmlformats.org/drawingml/2006/main">
              <a:ext uri="{FF2B5EF4-FFF2-40B4-BE49-F238E27FC236}">
                <a16:creationId xmlns:a16="http://schemas.microsoft.com/office/drawing/2014/main" id="{C9B9C19A-90BF-440A-A0A9-A41AEEA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4-4">
            <a:extLst xmlns:a="http://schemas.openxmlformats.org/drawingml/2006/main">
              <a:ext uri="{FF2B5EF4-FFF2-40B4-BE49-F238E27FC236}">
                <a16:creationId xmlns:a16="http://schemas.microsoft.com/office/drawing/2014/main" id="{FF7880F7-C8EA-458A-9E63-355A7C05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0-2">
            <a:extLst xmlns:a="http://schemas.openxmlformats.org/drawingml/2006/main">
              <a:ext uri="{FF2B5EF4-FFF2-40B4-BE49-F238E27FC236}">
                <a16:creationId xmlns:a16="http://schemas.microsoft.com/office/drawing/2014/main" id="{8FE4C4FD-2165-4CE8-B706-F575C16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question">
            <a:extLst xmlns:a="http://schemas.openxmlformats.org/drawingml/2006/main">
              <a:ext uri="{FF2B5EF4-FFF2-40B4-BE49-F238E27FC236}">
                <a16:creationId xmlns:a16="http://schemas.microsoft.com/office/drawing/2014/main" id="{2FADB5C3-D95E-4C38-BB72-236FEE34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根据给定教学假设，逐项核对双方活子、围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空、中立点与贴目。</a:t>
            </a:r>
          </a:p>
        </p:txBody>
      </p:sp>
      <p:sp>
        <p:nvSpPr>
          <p:cNvPr id="44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88F19D3D-38C9-452F-9EDC-96588874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教学假设：双方同意 C5 为死子，移除后计分。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5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84426877-C7F6-4B23-8FF4-34F993D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D0AF93-D88E-4EC0-90FA-7244937C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33 / 36</a:t>
            </a:r>
          </a:p>
        </p:txBody>
      </p:sp>
    </p:spTree>
    <p:extLst>
      <p:ext uri="{BB962C8B-B14F-4D97-AF65-F5344CB8AC3E}">
        <p14:creationId xmlns:p14="http://schemas.microsoft.com/office/powerpoint/2010/main" val="2101796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A89E4B-D313-4392-9D61-118FEB41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END-004  贴目变化：同一面积不同结果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71A50810-369D-4C33-B5FE-C9B45DA2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9ABB99FA-97B9-480F-B64E-08381FF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C3AEABC8-BA4D-4157-B167-72476248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7D624D63-E660-40E5-A4AE-943508A3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98885DCB-8523-4271-BE6C-B50013C6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0F4A139C-423F-4924-A9A5-95C023ED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FDAC1457-17F7-492F-8A35-E5B6A79E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38ADA6E1-3CA7-443A-9654-CE55A278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A3FEC2F5-1C6D-4F34-ADD8-162B233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833D69DE-1E55-4076-921D-525E629F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ABB0BDE9-C019-476D-8DA6-E2D41B1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57A2EC1C-7F25-4800-B834-75962E0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4F429E05-0889-4959-8BEE-34BF0A7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03E6571C-FEB6-4B00-9B1B-42EA0FDE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133DC67E-3A2C-476B-A773-B1918C5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48E0F5BE-0D18-4164-8C97-02B3195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9BBA3F2A-D30B-4383-8E51-7B1C9684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0604C0C5-EED4-4F40-A247-1A794AC7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B8E36B0D-CEB1-4632-8691-42B1970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88192C4D-A62F-4F39-AFC3-EC074DCD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B68778A6-02E6-4250-AD32-A7EF01FA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F53B4B95-6DBF-4173-80B1-C0B1F988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18B1441D-02BF-432A-930C-0BF44F5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DAF2DE5A-FC95-4FCF-B3BE-83245747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206A97DC-8DEA-41BC-A0E0-C472B193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BDBE43B0-D13D-4E0A-BAE3-DCC2EC4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9C1ACC0B-06FE-4636-922D-6F2F88C6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3">
            <a:extLst xmlns:a="http://schemas.openxmlformats.org/drawingml/2006/main">
              <a:ext uri="{FF2B5EF4-FFF2-40B4-BE49-F238E27FC236}">
                <a16:creationId xmlns:a16="http://schemas.microsoft.com/office/drawing/2014/main" id="{111193A4-BF81-4436-A0F3-48C2E56B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1-4">
            <a:extLst xmlns:a="http://schemas.openxmlformats.org/drawingml/2006/main">
              <a:ext uri="{FF2B5EF4-FFF2-40B4-BE49-F238E27FC236}">
                <a16:creationId xmlns:a16="http://schemas.microsoft.com/office/drawing/2014/main" id="{2EC484FD-CCBA-4AE7-82D0-79C5F7E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3-0">
            <a:extLst xmlns:a="http://schemas.openxmlformats.org/drawingml/2006/main">
              <a:ext uri="{FF2B5EF4-FFF2-40B4-BE49-F238E27FC236}">
                <a16:creationId xmlns:a16="http://schemas.microsoft.com/office/drawing/2014/main" id="{2B51E8AF-1C43-47C6-9781-7762162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3-1">
            <a:extLst xmlns:a="http://schemas.openxmlformats.org/drawingml/2006/main">
              <a:ext uri="{FF2B5EF4-FFF2-40B4-BE49-F238E27FC236}">
                <a16:creationId xmlns:a16="http://schemas.microsoft.com/office/drawing/2014/main" id="{72C91251-50A0-492E-B39D-9639E51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3-2">
            <a:extLst xmlns:a="http://schemas.openxmlformats.org/drawingml/2006/main">
              <a:ext uri="{FF2B5EF4-FFF2-40B4-BE49-F238E27FC236}">
                <a16:creationId xmlns:a16="http://schemas.microsoft.com/office/drawing/2014/main" id="{8CBFD1B1-9200-4CC5-A3C8-388B6F5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3-3">
            <a:extLst xmlns:a="http://schemas.openxmlformats.org/drawingml/2006/main">
              <a:ext uri="{FF2B5EF4-FFF2-40B4-BE49-F238E27FC236}">
                <a16:creationId xmlns:a16="http://schemas.microsoft.com/office/drawing/2014/main" id="{407E5094-C9B9-4D03-AA56-D425336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3-4">
            <a:extLst xmlns:a="http://schemas.openxmlformats.org/drawingml/2006/main">
              <a:ext uri="{FF2B5EF4-FFF2-40B4-BE49-F238E27FC236}">
                <a16:creationId xmlns:a16="http://schemas.microsoft.com/office/drawing/2014/main" id="{62C3FA32-14B0-4EEC-B0EF-7C831E32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4-0">
            <a:extLst xmlns:a="http://schemas.openxmlformats.org/drawingml/2006/main">
              <a:ext uri="{FF2B5EF4-FFF2-40B4-BE49-F238E27FC236}">
                <a16:creationId xmlns:a16="http://schemas.microsoft.com/office/drawing/2014/main" id="{20C11CE1-66DD-41E7-AE52-FD540A4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4-2">
            <a:extLst xmlns:a="http://schemas.openxmlformats.org/drawingml/2006/main">
              <a:ext uri="{FF2B5EF4-FFF2-40B4-BE49-F238E27FC236}">
                <a16:creationId xmlns:a16="http://schemas.microsoft.com/office/drawing/2014/main" id="{A66F8BF0-0962-46C1-8827-E7B83DC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4-4">
            <a:extLst xmlns:a="http://schemas.openxmlformats.org/drawingml/2006/main">
              <a:ext uri="{FF2B5EF4-FFF2-40B4-BE49-F238E27FC236}">
                <a16:creationId xmlns:a16="http://schemas.microsoft.com/office/drawing/2014/main" id="{5F8762CB-C68F-4EC2-9FDD-41E09EB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question">
            <a:extLst xmlns:a="http://schemas.openxmlformats.org/drawingml/2006/main">
              <a:ext uri="{FF2B5EF4-FFF2-40B4-BE49-F238E27FC236}">
                <a16:creationId xmlns:a16="http://schemas.microsoft.com/office/drawing/2014/main" id="{5EB33962-A3A0-45A5-89ED-E1B897B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根据给定教学假设，逐项核对双方活子、围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空、中立点与贴目。</a:t>
            </a:r>
          </a:p>
        </p:txBody>
      </p:sp>
      <p:sp>
        <p:nvSpPr>
          <p:cNvPr id="40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09F17AA1-945B-43B8-9271-4DB76560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第 3 行按约定保留为中立区。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0.5。</a:t>
            </a:r>
          </a:p>
        </p:txBody>
      </p:sp>
      <p:sp>
        <p:nvSpPr>
          <p:cNvPr id="41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C900E913-4B3B-4B10-A299-05DCD3C6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E5232A-BD8B-45B9-9CAB-8F21C8AB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34 / 36</a:t>
            </a:r>
          </a:p>
        </p:txBody>
      </p:sp>
    </p:spTree>
    <p:extLst>
      <p:ext uri="{BB962C8B-B14F-4D97-AF65-F5344CB8AC3E}">
        <p14:creationId xmlns:p14="http://schemas.microsoft.com/office/powerpoint/2010/main" val="17323972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151047-464F-44D4-85D4-716D373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END-005  提子更多也不额外加分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C31C4160-17BF-4DD5-8ADF-7D7BD9C1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E50F3400-DBD1-4313-992B-83D4379A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98356469-B406-4825-8E31-D30CCE3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40DA3869-FAC6-438B-B9CE-E8B995C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84E03DBA-0292-45C3-A6E5-2C7B4BF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F250FAD3-576D-4ACE-B42D-E4D97E3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100D3FFC-32DF-464B-8D04-B7C0DD5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351BE82D-8A7D-45B9-8200-FBC2B25E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11BFA2D0-EF01-4B15-9478-1B7AADE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C3466155-3325-4FBC-AF06-E5B6FD8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B4D437E9-82BF-4C78-A0A2-FB1B3966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5FA9CAA2-B1B9-4984-B5DE-1E453203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486EB8EF-9A63-4A10-B545-E616D69C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1AB74193-0F6E-4E05-8BCE-20DF5EF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5799669E-CEF3-42B3-948A-402F63DD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06757168-97F0-4290-96D8-40894464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FABA0104-50A3-4544-8148-FA75C28C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54E697B8-B40F-4A23-AB97-824A8E5A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C95E29EF-F6C3-49D0-9997-CA012992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30696112-4986-48A0-97E2-67FEAE4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12906E0F-BFE1-4A50-9D5D-93D8289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0-0">
            <a:extLst xmlns:a="http://schemas.openxmlformats.org/drawingml/2006/main">
              <a:ext uri="{FF2B5EF4-FFF2-40B4-BE49-F238E27FC236}">
                <a16:creationId xmlns:a16="http://schemas.microsoft.com/office/drawing/2014/main" id="{DC98E9D1-BAAD-466D-9B64-435D16D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0-2">
            <a:extLst xmlns:a="http://schemas.openxmlformats.org/drawingml/2006/main">
              <a:ext uri="{FF2B5EF4-FFF2-40B4-BE49-F238E27FC236}">
                <a16:creationId xmlns:a16="http://schemas.microsoft.com/office/drawing/2014/main" id="{AD716244-5A05-4E49-B2FD-0778CFCE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0-4">
            <a:extLst xmlns:a="http://schemas.openxmlformats.org/drawingml/2006/main">
              <a:ext uri="{FF2B5EF4-FFF2-40B4-BE49-F238E27FC236}">
                <a16:creationId xmlns:a16="http://schemas.microsoft.com/office/drawing/2014/main" id="{FDEC10F2-5C64-45FE-AD24-43DE0DAD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B-1-0">
            <a:extLst xmlns:a="http://schemas.openxmlformats.org/drawingml/2006/main">
              <a:ext uri="{FF2B5EF4-FFF2-40B4-BE49-F238E27FC236}">
                <a16:creationId xmlns:a16="http://schemas.microsoft.com/office/drawing/2014/main" id="{AB278133-2251-4EEA-B54B-42E762A5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stone-B-1-1">
            <a:extLst xmlns:a="http://schemas.openxmlformats.org/drawingml/2006/main">
              <a:ext uri="{FF2B5EF4-FFF2-40B4-BE49-F238E27FC236}">
                <a16:creationId xmlns:a16="http://schemas.microsoft.com/office/drawing/2014/main" id="{0AF75A3C-4591-45D0-85AD-F255F610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8" name="stone-B-1-2">
            <a:extLst xmlns:a="http://schemas.openxmlformats.org/drawingml/2006/main">
              <a:ext uri="{FF2B5EF4-FFF2-40B4-BE49-F238E27FC236}">
                <a16:creationId xmlns:a16="http://schemas.microsoft.com/office/drawing/2014/main" id="{CCCD0781-B7BB-4346-88C9-762E439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9" name="stone-B-1-3">
            <a:extLst xmlns:a="http://schemas.openxmlformats.org/drawingml/2006/main">
              <a:ext uri="{FF2B5EF4-FFF2-40B4-BE49-F238E27FC236}">
                <a16:creationId xmlns:a16="http://schemas.microsoft.com/office/drawing/2014/main" id="{A18FABD7-E9B2-49B6-85B9-3F4E7F5F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0" name="stone-B-1-4">
            <a:extLst xmlns:a="http://schemas.openxmlformats.org/drawingml/2006/main">
              <a:ext uri="{FF2B5EF4-FFF2-40B4-BE49-F238E27FC236}">
                <a16:creationId xmlns:a16="http://schemas.microsoft.com/office/drawing/2014/main" id="{D64A8C92-49BD-4CC1-8DD2-A7109606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1" name="stone-W-2-0">
            <a:extLst xmlns:a="http://schemas.openxmlformats.org/drawingml/2006/main">
              <a:ext uri="{FF2B5EF4-FFF2-40B4-BE49-F238E27FC236}">
                <a16:creationId xmlns:a16="http://schemas.microsoft.com/office/drawing/2014/main" id="{A45C8EEF-30E2-4D1E-8183-69B2830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2" name="stone-W-2-1">
            <a:extLst xmlns:a="http://schemas.openxmlformats.org/drawingml/2006/main">
              <a:ext uri="{FF2B5EF4-FFF2-40B4-BE49-F238E27FC236}">
                <a16:creationId xmlns:a16="http://schemas.microsoft.com/office/drawing/2014/main" id="{98B42305-F21B-45E8-8ADD-12928BE5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3" name="stone-W-2-2">
            <a:extLst xmlns:a="http://schemas.openxmlformats.org/drawingml/2006/main">
              <a:ext uri="{FF2B5EF4-FFF2-40B4-BE49-F238E27FC236}">
                <a16:creationId xmlns:a16="http://schemas.microsoft.com/office/drawing/2014/main" id="{9D48D92C-84EF-4CB3-8423-931C0C47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4" name="stone-W-2-3">
            <a:extLst xmlns:a="http://schemas.openxmlformats.org/drawingml/2006/main">
              <a:ext uri="{FF2B5EF4-FFF2-40B4-BE49-F238E27FC236}">
                <a16:creationId xmlns:a16="http://schemas.microsoft.com/office/drawing/2014/main" id="{E154613B-C738-487D-B560-A25F88D5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5" name="stone-W-2-4">
            <a:extLst xmlns:a="http://schemas.openxmlformats.org/drawingml/2006/main">
              <a:ext uri="{FF2B5EF4-FFF2-40B4-BE49-F238E27FC236}">
                <a16:creationId xmlns:a16="http://schemas.microsoft.com/office/drawing/2014/main" id="{92280022-46AD-49D0-9ADB-27D2A2B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6" name="stone-W-3-0">
            <a:extLst xmlns:a="http://schemas.openxmlformats.org/drawingml/2006/main">
              <a:ext uri="{FF2B5EF4-FFF2-40B4-BE49-F238E27FC236}">
                <a16:creationId xmlns:a16="http://schemas.microsoft.com/office/drawing/2014/main" id="{7B6D5D3B-51D9-4D98-A34D-059B264D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7" name="stone-W-3-1">
            <a:extLst xmlns:a="http://schemas.openxmlformats.org/drawingml/2006/main">
              <a:ext uri="{FF2B5EF4-FFF2-40B4-BE49-F238E27FC236}">
                <a16:creationId xmlns:a16="http://schemas.microsoft.com/office/drawing/2014/main" id="{1E0AE10C-6FFC-4C43-8EEB-CA6B06A3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8" name="stone-W-3-2">
            <a:extLst xmlns:a="http://schemas.openxmlformats.org/drawingml/2006/main">
              <a:ext uri="{FF2B5EF4-FFF2-40B4-BE49-F238E27FC236}">
                <a16:creationId xmlns:a16="http://schemas.microsoft.com/office/drawing/2014/main" id="{AD0DD68A-B8D5-49AB-A853-6B937196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39" name="stone-W-3-3">
            <a:extLst xmlns:a="http://schemas.openxmlformats.org/drawingml/2006/main">
              <a:ext uri="{FF2B5EF4-FFF2-40B4-BE49-F238E27FC236}">
                <a16:creationId xmlns:a16="http://schemas.microsoft.com/office/drawing/2014/main" id="{90882E41-A210-47B2-A35F-31E6DF40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0" name="stone-W-3-4">
            <a:extLst xmlns:a="http://schemas.openxmlformats.org/drawingml/2006/main">
              <a:ext uri="{FF2B5EF4-FFF2-40B4-BE49-F238E27FC236}">
                <a16:creationId xmlns:a16="http://schemas.microsoft.com/office/drawing/2014/main" id="{527B2D94-CA9C-4897-A910-69298547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1" name="stone-W-4-0">
            <a:extLst xmlns:a="http://schemas.openxmlformats.org/drawingml/2006/main">
              <a:ext uri="{FF2B5EF4-FFF2-40B4-BE49-F238E27FC236}">
                <a16:creationId xmlns:a16="http://schemas.microsoft.com/office/drawing/2014/main" id="{08BD3D28-2F6D-465F-B7B8-90E8E9E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2" name="stone-W-4-2">
            <a:extLst xmlns:a="http://schemas.openxmlformats.org/drawingml/2006/main">
              <a:ext uri="{FF2B5EF4-FFF2-40B4-BE49-F238E27FC236}">
                <a16:creationId xmlns:a16="http://schemas.microsoft.com/office/drawing/2014/main" id="{F0535B96-FB05-49AA-935D-FF217C9F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3" name="stone-W-4-4">
            <a:extLst xmlns:a="http://schemas.openxmlformats.org/drawingml/2006/main">
              <a:ext uri="{FF2B5EF4-FFF2-40B4-BE49-F238E27FC236}">
                <a16:creationId xmlns:a16="http://schemas.microsoft.com/office/drawing/2014/main" id="{A4D58FCD-D54B-4B74-8EEF-3BA789EF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44" name="question">
            <a:extLst xmlns:a="http://schemas.openxmlformats.org/drawingml/2006/main">
              <a:ext uri="{FF2B5EF4-FFF2-40B4-BE49-F238E27FC236}">
                <a16:creationId xmlns:a16="http://schemas.microsoft.com/office/drawing/2014/main" id="{FE54D658-57BF-4861-A3E7-0178B2D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根据给定教学假设，逐项核对双方活子、围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空、中立点与贴目。</a:t>
            </a:r>
          </a:p>
        </p:txBody>
      </p:sp>
      <p:sp>
        <p:nvSpPr>
          <p:cNvPr id="45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42576DFF-658E-4EA2-8704-6EBE89F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教学假设：盘上棋子均按活子计算。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开局贴目 0。</a:t>
            </a:r>
          </a:p>
        </p:txBody>
      </p:sp>
      <p:sp>
        <p:nvSpPr>
          <p:cNvPr id="46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F5C8D685-416C-4AFD-BAC5-83E2DA6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4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0153DE-A8DE-4148-88C7-682B8C35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35 / 36</a:t>
            </a:r>
          </a:p>
        </p:txBody>
      </p:sp>
    </p:spTree>
    <p:extLst>
      <p:ext uri="{BB962C8B-B14F-4D97-AF65-F5344CB8AC3E}">
        <p14:creationId xmlns:p14="http://schemas.microsoft.com/office/powerpoint/2010/main" val="10854454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5CA887-FF80-41DC-8D3D-007D39F3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END-006  反例：未完与争议不能报终局分</a:t>
            </a:r>
          </a:p>
        </p:txBody>
      </p:sp>
      <p:sp>
        <p:nvSpPr>
          <p:cNvPr id="2" name="board-status">
            <a:extLst xmlns:a="http://schemas.openxmlformats.org/drawingml/2006/main">
              <a:ext uri="{FF2B5EF4-FFF2-40B4-BE49-F238E27FC236}">
                <a16:creationId xmlns:a16="http://schemas.microsoft.com/office/drawing/2014/main" id="{A4FA7C38-0C55-451E-B005-0F796D4C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完整 5×5 小棋盘练习　黑方轮次</a:t>
            </a:r>
          </a:p>
        </p:txBody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D96C7E09-9220-44AF-95D0-90959F27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4" name="grid-h-0">
            <a:extLst xmlns:a="http://schemas.openxmlformats.org/drawingml/2006/main">
              <a:ext uri="{FF2B5EF4-FFF2-40B4-BE49-F238E27FC236}">
                <a16:creationId xmlns:a16="http://schemas.microsoft.com/office/drawing/2014/main" id="{9E73E52E-7EB2-41D7-88F0-A309611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5" name="column-0">
            <a:extLst xmlns:a="http://schemas.openxmlformats.org/drawingml/2006/main">
              <a:ext uri="{FF2B5EF4-FFF2-40B4-BE49-F238E27FC236}">
                <a16:creationId xmlns:a16="http://schemas.microsoft.com/office/drawing/2014/main" id="{06573732-75E7-4191-B416-D647E229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C8989732-79AF-402D-8C52-9897DBA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66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7" name="grid-v-1">
            <a:extLst xmlns:a="http://schemas.openxmlformats.org/drawingml/2006/main">
              <a:ext uri="{FF2B5EF4-FFF2-40B4-BE49-F238E27FC236}">
                <a16:creationId xmlns:a16="http://schemas.microsoft.com/office/drawing/2014/main" id="{1C5C956D-B179-4F44-8A33-656A2ADF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8" name="grid-h-1">
            <a:extLst xmlns:a="http://schemas.openxmlformats.org/drawingml/2006/main">
              <a:ext uri="{FF2B5EF4-FFF2-40B4-BE49-F238E27FC236}">
                <a16:creationId xmlns:a16="http://schemas.microsoft.com/office/drawing/2014/main" id="{738C1517-027C-4A4A-89D2-DED85873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28938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9" name="column-1">
            <a:extLst xmlns:a="http://schemas.openxmlformats.org/drawingml/2006/main">
              <a:ext uri="{FF2B5EF4-FFF2-40B4-BE49-F238E27FC236}">
                <a16:creationId xmlns:a16="http://schemas.microsoft.com/office/drawing/2014/main" id="{9F9C908F-B027-4919-8041-68E8D72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A5FB3560-EC3D-41B0-BDC2-07951837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5588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grid-v-2">
            <a:extLst xmlns:a="http://schemas.openxmlformats.org/drawingml/2006/main">
              <a:ext uri="{FF2B5EF4-FFF2-40B4-BE49-F238E27FC236}">
                <a16:creationId xmlns:a16="http://schemas.microsoft.com/office/drawing/2014/main" id="{F73297ED-1B2E-46E4-8068-40610D24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2" name="grid-h-2">
            <a:extLst xmlns:a="http://schemas.openxmlformats.org/drawingml/2006/main">
              <a:ext uri="{FF2B5EF4-FFF2-40B4-BE49-F238E27FC236}">
                <a16:creationId xmlns:a16="http://schemas.microsoft.com/office/drawing/2014/main" id="{94BE6CB9-E6AD-4768-B2D4-3543566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3" name="column-2">
            <a:extLst xmlns:a="http://schemas.openxmlformats.org/drawingml/2006/main">
              <a:ext uri="{FF2B5EF4-FFF2-40B4-BE49-F238E27FC236}">
                <a16:creationId xmlns:a16="http://schemas.microsoft.com/office/drawing/2014/main" id="{5FEE8B7E-75E1-4605-A0AB-BF59E784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839DF34F-E377-4DD1-933B-35E09FE2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724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grid-v-3">
            <a:extLst xmlns:a="http://schemas.openxmlformats.org/drawingml/2006/main">
              <a:ext uri="{FF2B5EF4-FFF2-40B4-BE49-F238E27FC236}">
                <a16:creationId xmlns:a16="http://schemas.microsoft.com/office/drawing/2014/main" id="{6BED5C45-17AB-4E73-B618-6DEBCC8A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13DB1706-D562-49B9-AFD3-AD0A20F2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6313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17" name="column-3">
            <a:extLst xmlns:a="http://schemas.openxmlformats.org/drawingml/2006/main">
              <a:ext uri="{FF2B5EF4-FFF2-40B4-BE49-F238E27FC236}">
                <a16:creationId xmlns:a16="http://schemas.microsoft.com/office/drawing/2014/main" id="{A581A45E-9FDC-4293-9834-2700DF53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97366FF0-2949-4673-ADA3-DA95F47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52963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grid-v-4">
            <a:extLst xmlns:a="http://schemas.openxmlformats.org/drawingml/2006/main">
              <a:ext uri="{FF2B5EF4-FFF2-40B4-BE49-F238E27FC236}">
                <a16:creationId xmlns:a16="http://schemas.microsoft.com/office/drawing/2014/main" id="{37156B35-F1DD-405A-914B-19F5617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91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0" name="grid-h-4">
            <a:extLst xmlns:a="http://schemas.openxmlformats.org/drawingml/2006/main">
              <a:ext uri="{FF2B5EF4-FFF2-40B4-BE49-F238E27FC236}">
                <a16:creationId xmlns:a16="http://schemas.microsoft.com/office/drawing/2014/main" id="{43F25327-94AB-4247-8156-1105098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3714750" cy="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887D"/>
            </a:solidFill>
          </a:ln>
        </p:spPr>
      </p:sp>
      <p:sp>
        <p:nvSpPr>
          <p:cNvPr id="21" name="column-4">
            <a:extLst xmlns:a="http://schemas.openxmlformats.org/drawingml/2006/main">
              <a:ext uri="{FF2B5EF4-FFF2-40B4-BE49-F238E27FC236}">
                <a16:creationId xmlns:a16="http://schemas.microsoft.com/office/drawing/2014/main" id="{8D8C05D0-8DDC-44C0-B857-2C17E6A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86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2" name="row-4">
            <a:extLst xmlns:a="http://schemas.openxmlformats.org/drawingml/2006/main">
              <a:ext uri="{FF2B5EF4-FFF2-40B4-BE49-F238E27FC236}">
                <a16:creationId xmlns:a16="http://schemas.microsoft.com/office/drawing/2014/main" id="{29174E17-6BE3-4486-8647-07F02073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53B4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stone-B-1-2">
            <a:extLst xmlns:a="http://schemas.openxmlformats.org/drawingml/2006/main">
              <a:ext uri="{FF2B5EF4-FFF2-40B4-BE49-F238E27FC236}">
                <a16:creationId xmlns:a16="http://schemas.microsoft.com/office/drawing/2014/main" id="{2E24E321-FFEE-4D44-BF1D-98DAF1F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38438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4" name="stone-B-2-1">
            <a:extLst xmlns:a="http://schemas.openxmlformats.org/drawingml/2006/main">
              <a:ext uri="{FF2B5EF4-FFF2-40B4-BE49-F238E27FC236}">
                <a16:creationId xmlns:a16="http://schemas.microsoft.com/office/drawing/2014/main" id="{84CC4F8E-B410-4459-B1EF-8F2B1989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5" name="stone-B-3-2">
            <a:extLst xmlns:a="http://schemas.openxmlformats.org/drawingml/2006/main">
              <a:ext uri="{FF2B5EF4-FFF2-40B4-BE49-F238E27FC236}">
                <a16:creationId xmlns:a16="http://schemas.microsoft.com/office/drawing/2014/main" id="{8350B3A6-1214-4EA6-BDD4-EC9AE58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58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6" name="stone-W-2-2">
            <a:extLst xmlns:a="http://schemas.openxmlformats.org/drawingml/2006/main">
              <a:ext uri="{FF2B5EF4-FFF2-40B4-BE49-F238E27FC236}">
                <a16:creationId xmlns:a16="http://schemas.microsoft.com/office/drawing/2014/main" id="{0083E84A-C54A-4B17-B68A-E85E822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72A"/>
            </a:solidFill>
          </a:ln>
        </p:spPr>
      </p:sp>
      <p:sp>
        <p:nvSpPr>
          <p:cNvPr id="27" name="question">
            <a:extLst xmlns:a="http://schemas.openxmlformats.org/drawingml/2006/main">
              <a:ext uri="{FF2B5EF4-FFF2-40B4-BE49-F238E27FC236}">
                <a16:creationId xmlns:a16="http://schemas.microsoft.com/office/drawing/2014/main" id="{3B32A7D2-D194-4520-8B9E-243494D8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19275"/>
            <a:ext cx="62007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本例可以给出最终得分吗？说明下一步怎样</a:t>
            </a:r>
          </a:p>
          <a:p xmlns:a="http://schemas.openxmlformats.org/drawingml/2006/main">
            <a:pPr algn="l">
              <a:def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2D37"/>
                </a:solidFill>
                <a:latin typeface="Arial Unicode MS"/>
                <a:ea typeface="Arial Unicode MS"/>
                <a:cs typeface="Arial Unicode MS"/>
              </a:rPr>
              <a:t>处理。</a:t>
            </a:r>
          </a:p>
        </p:txBody>
      </p:sp>
      <p:sp>
        <p:nvSpPr>
          <p:cNvPr id="28" name="discussion-or-conditions">
            <a:extLst xmlns:a="http://schemas.openxmlformats.org/drawingml/2006/main">
              <a:ext uri="{FF2B5EF4-FFF2-40B4-BE49-F238E27FC236}">
                <a16:creationId xmlns:a16="http://schemas.microsoft.com/office/drawing/2014/main" id="{0B6808DD-644D-422D-81B7-64B808B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6200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没有两次停手与死子共识。</a:t>
            </a:r>
          </a:p>
          <a:p xmlns:a="http://schemas.openxmlformats.org/drawingml/2006/main">
            <a:pPr algn="l">
              <a:def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3B565F"/>
                </a:solidFill>
                <a:latin typeface="Arial Unicode MS"/>
                <a:ea typeface="Arial Unicode MS"/>
                <a:cs typeface="Arial Unicode MS"/>
              </a:rPr>
              <a:t>目标仍有气，先实际演示。</a:t>
            </a:r>
          </a:p>
        </p:txBody>
      </p:sp>
      <p:sp>
        <p:nvSpPr>
          <p:cNvPr id="29" name="coordinate-footer">
            <a:extLst xmlns:a="http://schemas.openxmlformats.org/drawingml/2006/main">
              <a:ext uri="{FF2B5EF4-FFF2-40B4-BE49-F238E27FC236}">
                <a16:creationId xmlns:a16="http://schemas.microsoft.com/office/drawing/2014/main" id="{42D88BA7-CF62-44BD-9225-63DE1E00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数字 = 目标标记　行号自下向上　r1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9FD8ED-157A-4B6C-BF37-8F626FB1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96F"/>
                </a:solidFill>
                <a:latin typeface="Arial Unicode MS"/>
                <a:ea typeface="Arial Unicode MS"/>
                <a:cs typeface="Arial Unicode MS"/>
              </a:rPr>
              <a:t>36 / 36</a:t>
            </a:r>
          </a:p>
        </p:txBody>
      </p:sp>
    </p:spTree>
    <p:extLst>
      <p:ext uri="{BB962C8B-B14F-4D97-AF65-F5344CB8AC3E}">
        <p14:creationId xmlns:p14="http://schemas.microsoft.com/office/powerpoint/2010/main" val="868322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2026-09-07T12:04:42.7960000Z</dcterms:created>
  <dcterms:modified xsi:type="dcterms:W3CDTF">2026-09-07T12:04:42.7960000Z</dcterms:modified>
</coreProperties>
</file>