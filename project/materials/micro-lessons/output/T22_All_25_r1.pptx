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8fddeb0e86498e" /><Relationship Type="http://schemas.openxmlformats.org/officeDocument/2006/relationships/extended-properties" Target="/docProps/app.xml" Id="R7e47c50bb9b54719" /><Relationship Type="http://schemas.openxmlformats.org/officeDocument/2006/relationships/officeDocument" Target="/ppt/presentation.xml" Id="Ra600a94eabe140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0864bf77694f6e"/>
  </p:sldMasterIdLst>
  <p:notesMasterIdLst>
    <p:notesMasterId xmlns:r="http://schemas.openxmlformats.org/officeDocument/2006/relationships" r:id="Rc911b0c481c44ee4"/>
  </p:notesMasterIdLst>
  <p:sldIdLst>
    <p:sldId xmlns:r="http://schemas.openxmlformats.org/officeDocument/2006/relationships" id="256" r:id="R92e628182c84461c"/>
    <p:sldId xmlns:r="http://schemas.openxmlformats.org/officeDocument/2006/relationships" id="257" r:id="R1cfdb0f84b314bb3"/>
    <p:sldId xmlns:r="http://schemas.openxmlformats.org/officeDocument/2006/relationships" id="258" r:id="R48655d64e48545f0"/>
    <p:sldId xmlns:r="http://schemas.openxmlformats.org/officeDocument/2006/relationships" id="259" r:id="R7784b99c72f24883"/>
    <p:sldId xmlns:r="http://schemas.openxmlformats.org/officeDocument/2006/relationships" id="260" r:id="Rae683eb3391d4123"/>
    <p:sldId xmlns:r="http://schemas.openxmlformats.org/officeDocument/2006/relationships" id="261" r:id="R0cfec2ed38b34f31"/>
    <p:sldId xmlns:r="http://schemas.openxmlformats.org/officeDocument/2006/relationships" id="262" r:id="Rc40fea22482b4187"/>
    <p:sldId xmlns:r="http://schemas.openxmlformats.org/officeDocument/2006/relationships" id="263" r:id="R91d5f0eaf0f24133"/>
    <p:sldId xmlns:r="http://schemas.openxmlformats.org/officeDocument/2006/relationships" id="264" r:id="R5aad420fdc514403"/>
    <p:sldId xmlns:r="http://schemas.openxmlformats.org/officeDocument/2006/relationships" id="265" r:id="Rb12c8676341f479a"/>
    <p:sldId xmlns:r="http://schemas.openxmlformats.org/officeDocument/2006/relationships" id="266" r:id="R7a6990d425b1410b"/>
    <p:sldId xmlns:r="http://schemas.openxmlformats.org/officeDocument/2006/relationships" id="267" r:id="R524036e00bb94a55"/>
    <p:sldId xmlns:r="http://schemas.openxmlformats.org/officeDocument/2006/relationships" id="268" r:id="R65c0ab62d19b49e2"/>
    <p:sldId xmlns:r="http://schemas.openxmlformats.org/officeDocument/2006/relationships" id="269" r:id="Rcaa2dd65780843cd"/>
    <p:sldId xmlns:r="http://schemas.openxmlformats.org/officeDocument/2006/relationships" id="270" r:id="R5ea3afe25f984a89"/>
    <p:sldId xmlns:r="http://schemas.openxmlformats.org/officeDocument/2006/relationships" id="271" r:id="Rbd55e01b4d254242"/>
    <p:sldId xmlns:r="http://schemas.openxmlformats.org/officeDocument/2006/relationships" id="272" r:id="R7d0fb3019111484d"/>
    <p:sldId xmlns:r="http://schemas.openxmlformats.org/officeDocument/2006/relationships" id="273" r:id="R311ce1c0c80f44dd"/>
    <p:sldId xmlns:r="http://schemas.openxmlformats.org/officeDocument/2006/relationships" id="274" r:id="R2114a017f11f4498"/>
    <p:sldId xmlns:r="http://schemas.openxmlformats.org/officeDocument/2006/relationships" id="275" r:id="R3532422a4ca54103"/>
    <p:sldId xmlns:r="http://schemas.openxmlformats.org/officeDocument/2006/relationships" id="276" r:id="R92932c741139407e"/>
    <p:sldId xmlns:r="http://schemas.openxmlformats.org/officeDocument/2006/relationships" id="277" r:id="R5aa26e7756044609"/>
    <p:sldId xmlns:r="http://schemas.openxmlformats.org/officeDocument/2006/relationships" id="278" r:id="R3ca9274bad424edc"/>
    <p:sldId xmlns:r="http://schemas.openxmlformats.org/officeDocument/2006/relationships" id="279" r:id="R44d5a1f117684d9b"/>
    <p:sldId xmlns:r="http://schemas.openxmlformats.org/officeDocument/2006/relationships" id="280" r:id="R6a19a110945a46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5a7c7210d84499" /><Relationship Type="http://schemas.openxmlformats.org/officeDocument/2006/relationships/slideMaster" Target="/ppt/slideMasters/slideMaster1.xml" Id="R2c0864bf77694f6e" /><Relationship Type="http://schemas.openxmlformats.org/officeDocument/2006/relationships/notesMaster" Target="/ppt/notesMasters/notesMaster1.xml" Id="Rc911b0c481c44ee4" /><Relationship Type="http://schemas.openxmlformats.org/officeDocument/2006/relationships/presProps" Target="/ppt/presProps.xml" Id="R5c9ea7323ef34436" /><Relationship Type="http://schemas.openxmlformats.org/officeDocument/2006/relationships/tableStyles" Target="/ppt/tableStyles.xml" Id="R83d504a1eede445e" /><Relationship Type="http://schemas.openxmlformats.org/officeDocument/2006/relationships/slide" Target="/ppt/slides/slide1.xml" Id="R92e628182c84461c" /><Relationship Type="http://schemas.openxmlformats.org/officeDocument/2006/relationships/slide" Target="/ppt/slides/slide2.xml" Id="R1cfdb0f84b314bb3" /><Relationship Type="http://schemas.openxmlformats.org/officeDocument/2006/relationships/slide" Target="/ppt/slides/slide3.xml" Id="R48655d64e48545f0" /><Relationship Type="http://schemas.openxmlformats.org/officeDocument/2006/relationships/slide" Target="/ppt/slides/slide4.xml" Id="R7784b99c72f24883" /><Relationship Type="http://schemas.openxmlformats.org/officeDocument/2006/relationships/slide" Target="/ppt/slides/slide5.xml" Id="Rae683eb3391d4123" /><Relationship Type="http://schemas.openxmlformats.org/officeDocument/2006/relationships/slide" Target="/ppt/slides/slide6.xml" Id="R0cfec2ed38b34f31" /><Relationship Type="http://schemas.openxmlformats.org/officeDocument/2006/relationships/slide" Target="/ppt/slides/slide7.xml" Id="Rc40fea22482b4187" /><Relationship Type="http://schemas.openxmlformats.org/officeDocument/2006/relationships/slide" Target="/ppt/slides/slide8.xml" Id="R91d5f0eaf0f24133" /><Relationship Type="http://schemas.openxmlformats.org/officeDocument/2006/relationships/slide" Target="/ppt/slides/slide9.xml" Id="R5aad420fdc514403" /><Relationship Type="http://schemas.openxmlformats.org/officeDocument/2006/relationships/slide" Target="/ppt/slides/slide10.xml" Id="Rb12c8676341f479a" /><Relationship Type="http://schemas.openxmlformats.org/officeDocument/2006/relationships/slide" Target="/ppt/slides/slide11.xml" Id="R7a6990d425b1410b" /><Relationship Type="http://schemas.openxmlformats.org/officeDocument/2006/relationships/slide" Target="/ppt/slides/slide12.xml" Id="R524036e00bb94a55" /><Relationship Type="http://schemas.openxmlformats.org/officeDocument/2006/relationships/slide" Target="/ppt/slides/slide13.xml" Id="R65c0ab62d19b49e2" /><Relationship Type="http://schemas.openxmlformats.org/officeDocument/2006/relationships/slide" Target="/ppt/slides/slide14.xml" Id="Rcaa2dd65780843cd" /><Relationship Type="http://schemas.openxmlformats.org/officeDocument/2006/relationships/slide" Target="/ppt/slides/slide15.xml" Id="R5ea3afe25f984a89" /><Relationship Type="http://schemas.openxmlformats.org/officeDocument/2006/relationships/slide" Target="/ppt/slides/slide16.xml" Id="Rbd55e01b4d254242" /><Relationship Type="http://schemas.openxmlformats.org/officeDocument/2006/relationships/slide" Target="/ppt/slides/slide17.xml" Id="R7d0fb3019111484d" /><Relationship Type="http://schemas.openxmlformats.org/officeDocument/2006/relationships/slide" Target="/ppt/slides/slide18.xml" Id="R311ce1c0c80f44dd" /><Relationship Type="http://schemas.openxmlformats.org/officeDocument/2006/relationships/slide" Target="/ppt/slides/slide19.xml" Id="R2114a017f11f4498" /><Relationship Type="http://schemas.openxmlformats.org/officeDocument/2006/relationships/slide" Target="/ppt/slides/slide20.xml" Id="R3532422a4ca54103" /><Relationship Type="http://schemas.openxmlformats.org/officeDocument/2006/relationships/slide" Target="/ppt/slides/slide21.xml" Id="R92932c741139407e" /><Relationship Type="http://schemas.openxmlformats.org/officeDocument/2006/relationships/slide" Target="/ppt/slides/slide22.xml" Id="R5aa26e7756044609" /><Relationship Type="http://schemas.openxmlformats.org/officeDocument/2006/relationships/slide" Target="/ppt/slides/slide23.xml" Id="R3ca9274bad424edc" /><Relationship Type="http://schemas.openxmlformats.org/officeDocument/2006/relationships/slide" Target="/ppt/slides/slide24.xml" Id="R44d5a1f117684d9b" /><Relationship Type="http://schemas.openxmlformats.org/officeDocument/2006/relationships/slide" Target="/ppt/slides/slide25.xml" Id="R6a19a110945a46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c04777eaeb45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b33ef81df84cfa" /><Relationship Type="http://schemas.openxmlformats.org/officeDocument/2006/relationships/notesMaster" Target="/ppt/notesMasters/notesMaster1.xml" Id="Rb4c63d70e2184c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aee59f0529425d" /><Relationship Type="http://schemas.openxmlformats.org/officeDocument/2006/relationships/notesMaster" Target="/ppt/notesMasters/notesMaster1.xml" Id="R6f9d40191ceb47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a6d4fd40a44dd1" /><Relationship Type="http://schemas.openxmlformats.org/officeDocument/2006/relationships/notesMaster" Target="/ppt/notesMasters/notesMaster1.xml" Id="Re8f0c5a361f84d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61b6b3c196422e" /><Relationship Type="http://schemas.openxmlformats.org/officeDocument/2006/relationships/notesMaster" Target="/ppt/notesMasters/notesMaster1.xml" Id="Re7812e7f543b4f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db6d1e2f644637" /><Relationship Type="http://schemas.openxmlformats.org/officeDocument/2006/relationships/notesMaster" Target="/ppt/notesMasters/notesMaster1.xml" Id="Ra576f557b3244e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7629dc75c549d5" /><Relationship Type="http://schemas.openxmlformats.org/officeDocument/2006/relationships/notesMaster" Target="/ppt/notesMasters/notesMaster1.xml" Id="R44bb26adefa145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dd8367dd2140d6" /><Relationship Type="http://schemas.openxmlformats.org/officeDocument/2006/relationships/notesMaster" Target="/ppt/notesMasters/notesMaster1.xml" Id="Rd69cb255147b4b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ad22d6059f4efb" /><Relationship Type="http://schemas.openxmlformats.org/officeDocument/2006/relationships/notesMaster" Target="/ppt/notesMasters/notesMaster1.xml" Id="R6fb0bf43ab414b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db593ea8774631" /><Relationship Type="http://schemas.openxmlformats.org/officeDocument/2006/relationships/notesMaster" Target="/ppt/notesMasters/notesMaster1.xml" Id="R05c1fbd0b1194e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301fd788874ccb" /><Relationship Type="http://schemas.openxmlformats.org/officeDocument/2006/relationships/notesMaster" Target="/ppt/notesMasters/notesMaster1.xml" Id="Racd48db84e274a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00e9b8dc2b4ce4" /><Relationship Type="http://schemas.openxmlformats.org/officeDocument/2006/relationships/notesMaster" Target="/ppt/notesMasters/notesMaster1.xml" Id="Re09b1bf4be7246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71255144444ce9" /><Relationship Type="http://schemas.openxmlformats.org/officeDocument/2006/relationships/notesMaster" Target="/ppt/notesMasters/notesMaster1.xml" Id="Racea0d913a5440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4904c27bde24afb" /><Relationship Type="http://schemas.openxmlformats.org/officeDocument/2006/relationships/notesMaster" Target="/ppt/notesMasters/notesMaster1.xml" Id="R1d7f7bb622f9450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5ff1bd9b80b44d5" /><Relationship Type="http://schemas.openxmlformats.org/officeDocument/2006/relationships/notesMaster" Target="/ppt/notesMasters/notesMaster1.xml" Id="Re10616b3a41a414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0f5e460234c49b2" /><Relationship Type="http://schemas.openxmlformats.org/officeDocument/2006/relationships/notesMaster" Target="/ppt/notesMasters/notesMaster1.xml" Id="Ra91723e809754c9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36367db9acb4511" /><Relationship Type="http://schemas.openxmlformats.org/officeDocument/2006/relationships/notesMaster" Target="/ppt/notesMasters/notesMaster1.xml" Id="R6cb46198d6cd4dc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32cfe1107ba4f4a" /><Relationship Type="http://schemas.openxmlformats.org/officeDocument/2006/relationships/notesMaster" Target="/ppt/notesMasters/notesMaster1.xml" Id="Rb9bb627bf1604c1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c1e373e9e7444d7" /><Relationship Type="http://schemas.openxmlformats.org/officeDocument/2006/relationships/notesMaster" Target="/ppt/notesMasters/notesMaster1.xml" Id="R9750c9f0dc24412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6eebfe5cbf749e2" /><Relationship Type="http://schemas.openxmlformats.org/officeDocument/2006/relationships/notesMaster" Target="/ppt/notesMasters/notesMaster1.xml" Id="Re638688b82444b7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611877167524c12" /><Relationship Type="http://schemas.openxmlformats.org/officeDocument/2006/relationships/notesMaster" Target="/ppt/notesMasters/notesMaster1.xml" Id="Re0a5134c27af495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c9f292126b042a5" /><Relationship Type="http://schemas.openxmlformats.org/officeDocument/2006/relationships/notesMaster" Target="/ppt/notesMasters/notesMaster1.xml" Id="Ra9a7dffceff44cb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2d2747350314947" /><Relationship Type="http://schemas.openxmlformats.org/officeDocument/2006/relationships/notesMaster" Target="/ppt/notesMasters/notesMaster1.xml" Id="Rbf5aac8ff8de439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47857ab05934866" /><Relationship Type="http://schemas.openxmlformats.org/officeDocument/2006/relationships/notesMaster" Target="/ppt/notesMasters/notesMaster1.xml" Id="R1cbbd233014e40d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6bf3469c6cf44b7" /><Relationship Type="http://schemas.openxmlformats.org/officeDocument/2006/relationships/notesMaster" Target="/ppt/notesMasters/notesMaster1.xml" Id="R8d4d3ce72b5c4b7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0187a4239b64122" /><Relationship Type="http://schemas.openxmlformats.org/officeDocument/2006/relationships/notesMaster" Target="/ppt/notesMasters/notesMaster1.xml" Id="Rc5435ea0b98a49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落子、连接与气，引入问题</a:t>
            </a:r>
          </a:p>
          <a:p xmlns:a="http://schemas.openxmlformats.org/drawingml/2006/main">
            <a:r>
              <a:t>预计本页50秒，其中互动或停顿约20秒。全套预计6分钟，未经真人排练测得；可按成员反应调整，练习可继续。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先看这颗位于E5的黑子。棋子落在线的交叉点上。请沿着棋盘线找旁边的空点，再告诉伙伴你数到了几个。先保留答案，斜着靠近的空点是否也算，等会儿一起解释。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交叉点 intersection；棋子 stone；气 liberty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E5周围哪些空点直接相邻？斜角算吗？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E6、D5、F5、E4共4气；斜角不算。可能把8个周围点全算进去。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先让成员指出点位，再问“从黑子出发，沿一条线能直接到这个点吗？”不以答得快评价成员。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下一页把四口气逐点标出。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LIB-001 r1；assets/frozen/content/puzzles/LIB-001.json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T22-ML-01-S01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落子、连接与气，直观示例</a:t>
            </a:r>
          </a:p>
          <a:p xmlns:a="http://schemas.openxmlformats.org/drawingml/2006/main">
            <a:r>
              <a:t>预计本页80秒，其中互动或停顿约20秒。全套预计6分钟，未经真人排练测得；可按成员反应调整，练习可继续。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现在把刚才的四个空点用虚线环标出来。它们是E6、D5、F5、E4。气一定是空点，而且上下左右沿线相邻。若有多颗同色棋子直接连在一起，就要看它们共同的整块，不能只盯着其中一颗。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气 liberty；连通块 connected group /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为什么斜角空点没有画环？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它与黑子不正交相邻；可能认为距离近就算。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沿棋盘线逐个比对。提示环画在空点，目标三角画在棋子上，两者含义不同。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下一页区分连接与斜邻。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LIB-001 r1；assets/frozen/content/puzzles/LIB-001.json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T22-ML-01-S02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落子、连接与气，关键对比</a:t>
            </a:r>
          </a:p>
          <a:p xmlns:a="http://schemas.openxmlformats.org/drawingml/2006/main">
            <a:r>
              <a:t>预计本页80秒，其中互动或停顿约20秒。全套预计6分钟，未经真人排练测得；可按成员反应调整，练习可继续。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左图的B4与C4同色，而且沿线直接相邻，因此属于同一个连通块。D3虽然看起来靠近C4，但它只在斜角位置，仍是另一块。棋子数和棋块数是两回事，这里有三颗黑子、两个黑连通块。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连通块 connected group /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这里有几颗黑子、几个黑连通块？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3颗、2块。可能把斜邻也当实连。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请成员用手指沿已有同色棋子走，不能斜着跳，也不能跨空点。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下一页轮到成员自己找整块的气。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RULE-DEMO-T20-CONNECT r1；assets/frozen/materials/rule-cards/data/RULE-DEMO-T20-CONNECT.json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T22-ML-01-S03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落子、连接与气，成员尝试</a:t>
            </a:r>
          </a:p>
          <a:p xmlns:a="http://schemas.openxmlformats.org/drawingml/2006/main">
            <a:r>
              <a:t>预计本页100秒，其中互动或停顿约60秒。全套预计6分钟，未经真人排练测得；可按成员反应调整，练习可继续。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这次目标是三颗相连的黑子。请先各自找全部气，再互相核对。一个空点可能紧挨两颗黑子，但它还是同一个交叉点。不要先把每颗棋子的气数相加，先在整块外围逐点找。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气 liberty；共享气 shared liberty（说明词，非新增规则术语）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C4同时邻接两颗黑子，是否要算两次？全部气在哪？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C4只算一次。B5、A4、C4、A3、D3、B2、C2，共7气。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在成员尝试后逐点读出7个坐标。若重复计C4，就把同一个点圈一次，再查漏点。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把逐点核对带到两人练习。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熟练成员可解释为什么逐子相加会重复；不要求另造计数公式。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LIB-004 r1；assets/frozen/content/puzzles/LIB-004.json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T22-ML-01-S04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落子、连接与气，转入对弈</a:t>
            </a:r>
          </a:p>
          <a:p xmlns:a="http://schemas.openxmlformats.org/drawingml/2006/main">
            <a:r>
              <a:t>预计本页50秒，其中互动或停顿约10秒。全套预计6分钟，未经真人排练测得；可按成员反应调整，练习可继续。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两人共用一盘，一人摆一个小棋形，另一人找气，然后交换。可以从一颗棋子开始，再摆两颗正交相连的棋子。这里是摆棋练习，任意摆黑白不代表合法对局。已经掌握的成员可以直接下9路。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摆棋 setup；棋盘 board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你打算先练单子，还是整块数气？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两种都可以，也允许直接对弈或观察。可能把自由摆子当成合法棋谱。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进入按规则对弈前确认盘面、轮次；从明确的新教学起点开始，过去历史未知，不编造劫史。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开始双人操作，讲解后的动手时间可按实际情况延长。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T22-EMPTY-5 r1；local-original-empty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T22-ML-01-S05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提子和打吃，引入问题</a:t>
            </a:r>
          </a:p>
          <a:p xmlns:a="http://schemas.openxmlformats.org/drawingml/2006/main">
            <a:r>
              <a:t>预计本页50秒，其中互动或停顿约20秒。全套预计6分钟，未经真人排练测得；可按成员反应调整，练习可继续。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黑方轮次，目标是这一手提掉三角标出的C3白子。先不要随便猜一个靠近白子的点，先把它的气逐个找出来。请和伙伴说一个候选点和理由，然后再看演示。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提子 capture；打吃 atari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C3白棋只剩哪一气？黑该下在哪里？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唯一气D3；黑D3提白。可能选D4，只因它看起来也很近。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把白子上下左右逐点检查，三个位置已有黑子，只有D3为空。先接受理由，再进入演示。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下一页展示提子前后。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CAP-001 r1；assets/frozen/content/puzzles/CAP-001.json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T22-ML-02-S01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提子和打吃，直观示例</a:t>
            </a:r>
          </a:p>
          <a:p xmlns:a="http://schemas.openxmlformats.org/drawingml/2006/main">
            <a:r>
              <a:t>预计本页80秒，其中互动或停顿约20秒。全套预计6分钟，未经真人排练测得；可按成员反应调整，练习可继续。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落子前，白子仍在盘上，而且有D3这一口气，所以叫打吃。黑在D3落子后，这口气消失，白子才被提走。提子按整个连通块进行，若目标块有多颗棋子，要一起移走。打吃并不表示对方已经没了。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打吃 atari；提子 capture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被打吃和已经被提走，有什么区别？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打吃还有1气、仍在盘上；提子是无气后移走。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请成员先预测移走几颗，再用演示后的完整棋盘核对。数字1表示这次落子，不是气环。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下一页看一手先提子、再获得气的情况。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CAP-001 r1；assets/frozen/content/puzzles/CAP-001.json</a:t>
            </a:r>
          </a:p>
          <a:p xmlns:a="http://schemas.openxmlformats.org/drawingml/2006/main">
            <a:r>
              <a:t>CAP-001 r1，核查分支 l1-1；assets/frozen/content/puzzles/CAP-001.json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T22-ML-02-S02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提子和打吃，关键对比</a:t>
            </a:r>
          </a:p>
          <a:p xmlns:a="http://schemas.openxmlformats.org/drawingml/2006/main">
            <a:r>
              <a:t>预计本页80秒，其中互动或停顿约20秒。全套预计6分钟，未经真人排练测得；可按成员反应调整，练习可继续。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看左图的A5。只看暂放黑子的一瞬间，它旁边都是白子，好像没有气。但规则先提掉因此无气的相邻对方棋块，再检查自己的气。B5与A4两颗白子都被提走，黑A5得到这两个空点，所以此手合法。若提完对方后自己仍无气，才是禁止的自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自杀 suicide；提子 capture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为什么不能在提子前就判黑A5无气？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落子会先提掉两个白块，随后己方获得2气。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按顺序实际移子，再数黑A5的气。无效动作不改变棋盘、轮次或历史；此例也由同一引擎核查重复限制。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下一页独立找一次整块提子。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RULE-DEMO-T20-LEGAL-BEFORE r1；assets/frozen/materials/rule-cards/data/RULE-DEMO-T20-LEGAL-BEFORE.json</a:t>
            </a:r>
          </a:p>
          <a:p xmlns:a="http://schemas.openxmlformats.org/drawingml/2006/main">
            <a:r>
              <a:t>RULE-DEMO-T20-LEGAL-AFTER r1；assets/frozen/materials/rule-cards/data/RULE-DEMO-T20-LEGAL-AFTER.json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T22-ML-02-S03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提子和打吃，成员尝试</a:t>
            </a:r>
          </a:p>
          <a:p xmlns:a="http://schemas.openxmlformats.org/drawingml/2006/main">
            <a:r>
              <a:t>预计本页100秒，其中互动或停顿约60秒。全套预计6分钟，未经真人排练测得；可按成员反应调整，练习可继续。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B5、C5两颗白子正交相连，是同一块。请先数整块的气，再决定黑落哪里，最后预测移走几颗。真实棋盘上边之外没有气。不要把两颗白子当成彼此独立的目标。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连通块 connected group / string；提子 capture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黑落哪里，能在本手提掉两颗目标白子？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D5；提2颗。D4没有填掉最后一气。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在成员尝试后揭示D5，整块同时提走。若下D4，白D5可以连接扩展，这是题库已覆盖回应。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转入首提即止的小游戏。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CAP-002 r1；assets/frozen/content/puzzles/CAP-002.json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T22-ML-02-S04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提子和打吃，转入对弈</a:t>
            </a:r>
          </a:p>
          <a:p xmlns:a="http://schemas.openxmlformats.org/drawingml/2006/main">
            <a:r>
              <a:t>预计本页50秒，其中互动或停顿约10秒。全套预计6分钟，未经真人排练测得；可按成员反应调整，练习可继续。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先确认这轮是吃子小游戏。黑白轮流合法落子，谁第一次成功提子，马上结束这一轮，不继续算面积。若双方连续停手，本轮没有胜者，可以重开或换颜色。完整围棋的目标下一课再看，两种玩法都可自由选择。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吃子小游戏 capture-first；停手 pass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第一次提子后，我们继续算面积吗？两次停手呢？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小游戏首提即胜；双停无胜者，不计算面积。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先让两人复述本轮结束方式。落子合法性仍包含自杀与位置超级劫，不因小游戏而取消。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开始双人小游戏；不设个人倒计时或公开成绩榜。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T22-EMPTY-5 r1；local-original-empty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T22-ML-02-S05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完成第一盘9×9，引入问题</a:t>
            </a:r>
          </a:p>
          <a:p xmlns:a="http://schemas.openxmlformats.org/drawingml/2006/main">
            <a:r>
              <a:t>预计本页50秒，其中互动或停顿约20秒。全套预计6分钟，未经真人排练测得；可按成员反应调整，练习可继续。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这张5路教学算例的比较标签写着黑提12、白提1。它不是我们真实下过的棋谱，也不代表存在这样的提子历史。请想一想，仅凭这个标签能决定完整围棋的胜负吗？先听大家理由。小游戏首提即胜，而完整围棋要比较确认后的面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面积计分 area scoring；吃子小游戏 capture-first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小游戏和完整围棋，是否都由提子数决定胜负？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不是。小游戏首提即胜；完整围棋算活子加围空，提子不额外加分。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尝试后说明：本例黑8活子+2围空=10，白13活子+2围空=15，白多5。反事实账本不参与加法。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下一页把结束、确认和计分分开。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AREA-005 r1；assets/frozen/content/puzzles/AREA-005.json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T22-ML-03-S01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完成第一盘9×9，直观示例</a:t>
            </a:r>
          </a:p>
          <a:p xmlns:a="http://schemas.openxmlformats.org/drawingml/2006/main">
            <a:r>
              <a:t>预计本页80秒，其中互动或停顿约20秒。全套预计6分钟，未经真人排练测得；可按成员反应调整，练习可继续。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轮到你时，可以选择停一手。连续两次停手只表示进入终局确认，不会自动判任何棋块死亡。双方一起核对完整死子块和中立点。取得一致后，移除确认死子，再数盘上活子和自己围住的空点。白方加开局贴目，这里默认0，所以可能和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停手 pass；终局确认 end confirmation；面积计分 area scoring；贴目 komi；中立点 neutral point / dame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两次停手后，老师可以直接把看起来死的棋拿走吗？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不能自动判死；需要双方确认，争议恢复。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争议时保留原盘和重复历史，按原轮次继续；连续停手数归零。由争议方实际演示，不能越过轮次。停手不交子，没有白必须最后下。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下一页看为什么恢复对弈也不能抹掉劫史。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贴目0是开局可调整的教学选择，不是官方小棋盘标准。完全空棋盘的空点不属于任何一方。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T22-ML-03-S02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完成第一盘9×9，关键对比</a:t>
            </a:r>
          </a:p>
          <a:p xmlns:a="http://schemas.openxmlformats.org/drawingml/2006/main">
            <a:r>
              <a:t>预计本页80秒，其中互动或停顿约20秒。全套预计6分钟，未经真人排练测得；可按成员反应调整，练习可继续。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左边是黑D3落子前，右边是提子后。现在轮到白，若白在C3立即回提黑D3，就会重现左边的完整棋盘，所以禁止。这是劫的简单例子。不要把规则记成“隔一手就一定能提回”；还必须满足整个对局不重现先前布局的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劫 ko；位置超级劫 positional superko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白C3回提后，黑白棋子布局与哪张图相同？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与左图相同，因此返回SUPERKO；可能认为停一手就能解除。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本项目一次落子完成提子后，若与有效路径任一先前布局相同就禁，包括初始布局。只比较棋子，不依赖下一手颜色。长重复也禁。停手免重复检查但不清历史，双停后的恢复也保留历史。完整边界见T20补充规则卡和RULES R3–R4。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下一页用一个明示假设的算例练面积。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可由教师摆回两图说明；摆棋示意本身不是一条自动继承劫史的合法对局。必须从BEFORE合法走黑D3才能重演立即回提禁着。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RULE-DEMO-T20-KO-BEFORE r1；assets/frozen/materials/rule-cards/data/RULE-DEMO-T20-KO-BEFORE.json</a:t>
            </a:r>
          </a:p>
          <a:p xmlns:a="http://schemas.openxmlformats.org/drawingml/2006/main">
            <a:r>
              <a:t>RULE-DEMO-T20-KO-AFTER r1；assets/frozen/materials/rule-cards/data/RULE-DEMO-T20-KO-AFTER.json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T22-ML-03-S03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完成第一盘9×9，成员尝试</a:t>
            </a:r>
          </a:p>
          <a:p xmlns:a="http://schemas.openxmlformats.org/drawingml/2006/main">
            <a:r>
              <a:t>预计本页100秒，其中互动或停顿约60秒。全套预计6分钟，未经真人排练测得；可按成员反应调整，练习可继续。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请两人分工：一人点数活子，一人按整片相连空区找边界。这个算例明示盘上棋子按活子计，没有死子，贴目0；它不是某场实战双方已经确认的终局。注意中央空区同时接触黑白，不能分给任何一方。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面积计分 area scoring；中立点 neutral point / dame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双方各有多少活子、围空与中立点？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黑8活子+2围空=10；白8活子+2围空+0=10；A3–E3共5中立点。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成员尝试后逐项核对：8+8+2+2+5=25，覆盖全部交叉点。提子不再加分。不要把本教学假设说成已经证明这些一眼形自然活或已收完。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把双停确认流程用于第一盘9路。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END-002 r1；assets/frozen/content/endgames/END-002.json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T22-ML-03-S04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完成第一盘9×9，转入对弈</a:t>
            </a:r>
          </a:p>
          <a:p xmlns:a="http://schemas.openxmlformats.org/drawingml/2006/main">
            <a:r>
              <a:t>预计本页50秒，其中互动或停顿约10秒。全套预计6分钟，未经真人排练测得；可按成员反应调整，练习可继续。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先确认这一盘是完整9路围棋，黑先，开局贴目默认0。第一颗提子不会结束整盘。轮流下，觉得没有想继续下的点可以停一手；双方连续停手后一起确认死子和中立点，再算面积。若有争议，保留原盘继续演示。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完整对弈 full game；停手 pass；贴目 komi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有人第一次提子后说“我赢了”，这盘应该结束吗？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完整围棋仍继续；只有吃子小游戏首提即止。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让双方复述模式和贴目。未完成棋局染色只能叫预览，不能报可靠最终胜负。规则细节可在对弈中按需要查T20卡。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开始实际9路对弈；未下完可保留棋局，不为完成展示强行宣布终局。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T22-EMPTY-9 r1；local-original-empty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T22-ML-03-S05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连接与切断，引入问题</a:t>
            </a:r>
          </a:p>
          <a:p xmlns:a="http://schemas.openxmlformats.org/drawingml/2006/main">
            <a:r>
              <a:t>预计本页50秒，其中互动或停顿约20秒。全套预计6分钟，未经真人排练测得；可按成员反应调整，练习可继续。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黑先，目标是把B3与D3两块黑棋在这一手连起来。请指一个交叉点，并说明它怎样同时接到两边。记住连接要沿线，不是让它们看起来更靠近。本题只问即时目标，不判断这块棋以后一定活。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连接 connection；连通块 connected group / string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黑在什么点，能同时正交接上B3与D3？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C3。可能选C2，因为在两块中间下方。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先用手指沿已有棋子追连接；尝试后才揭示C3。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下一页看接上以后整块怎样变化。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CON-001 r1；assets/frozen/content/puzzles/CON-001.json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T22-ML-04-S01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连接与切断，直观示例</a:t>
            </a:r>
          </a:p>
          <a:p xmlns:a="http://schemas.openxmlformats.org/drawingml/2006/main">
            <a:r>
              <a:t>预计本页80秒，其中互动或停顿约20秒。全套预计6分钟，未经真人排练测得；可按成员反应调整，练习可继续。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黑下C3后，它与两边黑子正交相邻，三颗合为一块。以后数气要看这整块不重复的空点；若整块无气，也一起提走。连接改变连通关系，可能帮助棋子共享气，但这不自动证明永久安全。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连接 connection；气 liberty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连接以后还能把中间一颗当独立棋块数气吗？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不能，三颗属于同一块。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请成员顺着黑棋走一遍连通路径。强调本页只验证这一次连接，不声称最优策略或活棋。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下一页比较若没有及时接，白方会怎样回应。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CON-001 r1，核查分支 l1-1；assets/frozen/content/puzzles/CON-001.json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T22-ML-04-S02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连接与切断，关键对比</a:t>
            </a:r>
          </a:p>
          <a:p xmlns:a="http://schemas.openxmlformats.org/drawingml/2006/main">
            <a:r>
              <a:t>预计本页80秒，其中互动或停顿约20秒。全套预计6分钟，未经真人排练测得；可按成员反应调整，练习可继续。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两张图来自同一道题的已核查变化。左边黑C3完成目标。右边先黑C2，再白C3，占住原来的连接点，于是B3与D3仍分开。这里的切断是阻止原计划接上，并不是把一条已经正交实连的链直接拆开。也不能据此断言永远无法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切断 cut；连接 connection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右图白C3后，原来的两个目标是不是同一连通块？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不是；黑C2也没有直接接上两目标。可能把这一手没接上说成永久分离。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检查当前连通关系即可。后续策略仍要继续试下；不要把有限题目目标扩写成全盘胜负。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下一页试一个有两种接法的局面。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CON-001 r1，核查分支 l1-1；assets/frozen/content/puzzles/CON-001.json</a:t>
            </a:r>
          </a:p>
          <a:p xmlns:a="http://schemas.openxmlformats.org/drawingml/2006/main">
            <a:r>
              <a:t>CON-001 r1，核查分支 l2-1 / l2-2；assets/frozen/content/puzzles/CON-001.json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T22-ML-04-S03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连接与切断，成员尝试</a:t>
            </a:r>
          </a:p>
          <a:p xmlns:a="http://schemas.openxmlformats.org/drawingml/2006/main">
            <a:r>
              <a:t>预计本页100秒，其中互动或停顿约60秒。全套预计6分钟，未经真人排练测得；可按成员反应调整，练习可继续。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这次B4与C3斜着靠近，目前仍是两块。请各自找一个同时正交接上它们的点，再交换理由。题库有两种成功首手，不要因为两个人选了不同点，就以为必有一人错。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连接 connection；正交相邻 orthogonal adjacency（说明词）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有哪些一手接法？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C4或B3，两手都成功。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尝试后分别摆C4、B3核对。其他合法手若未在库中收录，不因缺记录自动判错；只检查本手是否达到明确目标。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把“我的候选点、你的回应”带到实际对弈。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可比较黑A4后白B3的已核查分支：C4仍可连接，不能说黑已永久断开。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CON-002 r1；assets/frozen/content/puzzles/CON-002.json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T22-ML-04-S04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连接与切断，转入对弈</a:t>
            </a:r>
          </a:p>
          <a:p xmlns:a="http://schemas.openxmlformats.org/drawingml/2006/main">
            <a:r>
              <a:t>预计本页50秒，其中互动或停顿约10秒。全套预计6分钟，未经真人排练测得；可按成员反应调整，练习可继续。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现在下9路。遇到想连接的两块，先说出你的候选点，伙伴再提出一个可能的回应。双方可以同意在旁边5路练习盘复摆试下，再回到原对局。实际对局的棋盘和历史要保留；旁边的摆棋练习是新的教学起点。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连接 connection；切断 cut；试下 trial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你的候选点改变了哪两块的连接？对手有什么回应？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允许多种有理由的选择，不评“个人价值”或快慢。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先听解释，再按合法性实际试下。提出切断点不等于策略已证明最优。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继续对弈；下次可自选连接挑战、眼形练习或直接对弈。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T22-EMPTY-9 r1；local-original-empty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T22-ML-04-S05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眼和简单死活，引入问题</a:t>
            </a:r>
          </a:p>
          <a:p xmlns:a="http://schemas.openxmlformats.org/drawingml/2006/main">
            <a:r>
              <a:t>预计本页50秒，其中互动或停顿约20秒。全套预计6分钟，未经真人排练测得；可按成员反应调整，练习可继续。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中央C3空着，四周看起来都是黑棋。我们能只凭这一眼颜色就说它可靠安全吗？白先，请先考虑落子后是否会提子，再考虑自己的气。三角标的是三颗目标黑子，本页不要求判全盘死活。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眼 eye；假眼 false eye；提子 capture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白C3是不是一定自杀？目标黑子各剩哪一气？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白C3合法，先提C4、B3、D3三颗，得到气；可能认为被黑包住就不能下。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先听预测，下一页用提子后的准确棋形核对。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揭示假眼中的提子变化。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LIFE-002 r1；assets/frozen/content/puzzles/LIFE-002.json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T22-ML-05-S01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眼和简单死活，直观示例</a:t>
            </a:r>
          </a:p>
          <a:p xmlns:a="http://schemas.openxmlformats.org/drawingml/2006/main">
            <a:r>
              <a:t>预计本页80秒，其中互动或停顿约20秒。全套预计6分钟，未经真人排练测得；可按成员反应调整，练习可继续。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白在C3落子时，C4、B3、D3三个黑块都失去最后一气，同时被提走。白子随后得到气，因此合法。这说明只看空点周围颜色会漏掉眼壁能否被提。这个结论只证伪C3这个眼，不判断下方其他黑棋的全盘命运。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假眼 false eye；提子 capture；自杀 suicide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为什么白C3不是自杀？哪些黑子移走？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先提三目标，再得到气；下方C2黑子不在本手被提的目标内。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请成员按三个目标逐个核对，不能把四个邻接黑子全部随意移走。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与下一页同一黑块的两个独立真眼比较。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LIFE-002 r1；assets/frozen/content/puzzles/LIFE-002.json</a:t>
            </a:r>
          </a:p>
          <a:p xmlns:a="http://schemas.openxmlformats.org/drawingml/2006/main">
            <a:r>
              <a:t>LIFE-002 r1，核查分支 l1-1；assets/frozen/content/puzzles/LIFE-002.json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T22-ML-05-S02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眼和简单死活，关键对比</a:t>
            </a:r>
          </a:p>
          <a:p xmlns:a="http://schemas.openxmlformats.org/drawingml/2006/main">
            <a:r>
              <a:t>预计本页80秒，其中互动或停顿约20秒。全套预计6分钟，未经真人排练测得；可按成员反应调整，练习可继续。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左边B4与D4互不相连，眼壁都属于同一个黑连通块。白先填任一眼时，黑块还有另一眼，不能被提；白新子无气，所以不能落。黑不自毁这两个眼时，白无法开始最后的提子。右边B5、C5是两个空点，但相连成同一空间，不能直接当两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真眼 true eye；双活 seki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两个空点与两个独立真眼，差在哪里？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要看空间是否独立、眼壁是否可靠保护；数量为2不足以证明。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只把两受保护独立真眼作为基础充分活形。没有两眼不自动等于死，双活等情况存在。不用数据库标签作通用死活裁判。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下一页由成员亲手把给定空间分成两眼。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熟练成员可在课后按LIFE-005原题三手范围重放白B5、黑C5、白B5。两个完整布局不同，不能误说每次回提都是劫；主讲不展开这段较难变化。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LIFE-001 r1；assets/frozen/content/puzzles/LIFE-001.json</a:t>
            </a:r>
          </a:p>
          <a:p xmlns:a="http://schemas.openxmlformats.org/drawingml/2006/main">
            <a:r>
              <a:t>LIFE-005 r1；assets/frozen/content/puzzles/LIFE-005.json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T22-ML-05-S03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眼和简单死活，成员尝试</a:t>
            </a:r>
          </a:p>
          <a:p xmlns:a="http://schemas.openxmlformats.org/drawingml/2006/main">
            <a:r>
              <a:t>预计本页100秒，其中互动或停顿约60秒。全套预计6分钟，未经真人排练测得；可按成员反应调整，练习可继续。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顶部A5、B5、C5是一个相连的三点空间。黑先，目标是在这一手做出两个独立单点真眼。请先用语言说明你准备怎样把空间分开，再指出落点。不要看到内部随便填一个空点，就以为一定有帮助。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真眼 true eye；独立空间 separate eye spaces（说明词）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黑选哪一点，剩下哪些眼？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黑B5；A5、C5分开，各由同一目标黑块保护。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尝试后揭示B5。黑A5留下B5、C5相连，本手未达到目标；不把“未达即时目标”直接泛化成所有局面的死亡。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在伙伴练习中先解释眼形，再转入对弈。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熟练成员可选择LIFE-004：B5或C5均可分出大小1和2的两个眼区，需要在较大眼区及时应对侵入。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LIFE-003 r1；assets/frozen/content/puzzles/LIFE-003.json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T22-ML-05-S04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眼和简单死活，转入对弈</a:t>
            </a:r>
          </a:p>
          <a:p xmlns:a="http://schemas.openxmlformats.org/drawingml/2006/main">
            <a:r>
              <a:t>预计本页50秒，其中互动或停顿约10秒。全套预计6分钟，未经真人排练测得；可按成员反应调整，练习可继续。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先与伙伴复摆上一题，一人下关键点，一人说明两个眼为什么独立，再交换。随后继续9路。看到一个不确定的棋块，不必马上喊死；在终局确认时有争议就恢复对弈实际演示。熟练成员可以自选挑战或试13路，也可以继续9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眼 eye；双活 seki；终局确认 end confirmation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遇到没见过的棋形，可以只凭“没有两眼”判死吗？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不能。要看具体条件与合法变化，证据不足保留未知。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把“我看到了什么、还不确定什么”当作正常表达。没有强制过关、计时或胜率价值评价。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进入自选练习或实际对弈；讲解后的练习可延长。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T22-EMPTY-9 r1；local-original-empty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T22-ML-05-S05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8ec53a93e74a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8ef60f1c2b4aa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0cdeb3687849b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180c289830437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00d1fc17e44c5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5e6278687c46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EE300AF-F237-4BA8-BF8A-2B50C36A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D0067D2-70F7-4CE5-967D-043061F16F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3BE1FA5-F201-45C9-8542-8575F888E59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66F12A3-78DA-4271-86F2-E013D12A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4FC4DB7-C9C6-41C1-A665-3F6A5C0BF4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564473B-02FA-47B2-8087-65081D26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97E2597-7D8C-42CC-93CD-0A07975F7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0C58EBB-657B-48B8-80C4-BB1302BF4B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2368E8E-3237-4580-A69A-359260A0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C934DE-122A-49FC-A43D-00A9ED87D5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98C24C-FA7E-4CD8-BC9F-A284958D03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B7657E-2B8D-4525-8090-70BCAB49AA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D1AE4F8-AA5E-43F0-B00C-19038925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109E090-F1A3-4390-8C75-E9CCD0FA82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D519A1-71E6-4769-94B7-52ECFABF4B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623c50494e4ec9" /><Relationship Type="http://schemas.openxmlformats.org/officeDocument/2006/relationships/slideLayout" Target="/ppt/slideLayouts/slideLayout1.xml" Id="Rc24a4d53ff754ded" /><Relationship Type="http://schemas.openxmlformats.org/officeDocument/2006/relationships/slideLayout" Target="/ppt/slideLayouts/slideLayout2.xml" Id="R834e69f5c081429c" /><Relationship Type="http://schemas.openxmlformats.org/officeDocument/2006/relationships/slideLayout" Target="/ppt/slideLayouts/slideLayout3.xml" Id="R819ff08121754695" /><Relationship Type="http://schemas.openxmlformats.org/officeDocument/2006/relationships/slideLayout" Target="/ppt/slideLayouts/slideLayout4.xml" Id="R986a819fbee4498d" /><Relationship Type="http://schemas.openxmlformats.org/officeDocument/2006/relationships/slideLayout" Target="/ppt/slideLayouts/slideLayout5.xml" Id="Rc2b3832979d34b2a" /><Relationship Type="http://schemas.openxmlformats.org/officeDocument/2006/relationships/slideLayout" Target="/ppt/slideLayouts/slideLayout6.xml" Id="R79b7f6eae37b45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4a4d53ff754ded"/>
    <p:sldLayoutId xmlns:r="http://schemas.openxmlformats.org/officeDocument/2006/relationships" id="2147483650" r:id="R834e69f5c081429c"/>
    <p:sldLayoutId xmlns:r="http://schemas.openxmlformats.org/officeDocument/2006/relationships" id="2147483651" r:id="R819ff08121754695"/>
    <p:sldLayoutId xmlns:r="http://schemas.openxmlformats.org/officeDocument/2006/relationships" id="2147483652" r:id="R986a819fbee4498d"/>
    <p:sldLayoutId xmlns:r="http://schemas.openxmlformats.org/officeDocument/2006/relationships" id="2147483653" r:id="Rc2b3832979d34b2a"/>
    <p:sldLayoutId xmlns:r="http://schemas.openxmlformats.org/officeDocument/2006/relationships" id="2147483654" r:id="R79b7f6eae37b45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01c7bb57ec4a2a" /><Relationship Type="http://schemas.openxmlformats.org/officeDocument/2006/relationships/notesSlide" Target="/ppt/notesSlides/notesSlide1.xml" Id="Rab312dd320534f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f1ddae777343d0" /><Relationship Type="http://schemas.openxmlformats.org/officeDocument/2006/relationships/notesSlide" Target="/ppt/notesSlides/notesSlide2.xml" Id="R084d0fe22e8649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1d2f3e9f044837" /><Relationship Type="http://schemas.openxmlformats.org/officeDocument/2006/relationships/notesSlide" Target="/ppt/notesSlides/notesSlide3.xml" Id="Rcf7a23caff0246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cace0a98f04e9a" /><Relationship Type="http://schemas.openxmlformats.org/officeDocument/2006/relationships/notesSlide" Target="/ppt/notesSlides/notesSlide4.xml" Id="Re3afa82993ef4b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eca16d141f46c0" /><Relationship Type="http://schemas.openxmlformats.org/officeDocument/2006/relationships/notesSlide" Target="/ppt/notesSlides/notesSlide5.xml" Id="Rf498eaede2c04c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3caaefa695434f" /><Relationship Type="http://schemas.openxmlformats.org/officeDocument/2006/relationships/notesSlide" Target="/ppt/notesSlides/notesSlide6.xml" Id="R2faa4600ca0948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25d18881ac426d" /><Relationship Type="http://schemas.openxmlformats.org/officeDocument/2006/relationships/notesSlide" Target="/ppt/notesSlides/notesSlide7.xml" Id="R2c0b2a1fcab04c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b1a84729fa412e" /><Relationship Type="http://schemas.openxmlformats.org/officeDocument/2006/relationships/notesSlide" Target="/ppt/notesSlides/notesSlide8.xml" Id="R986043cfd10744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30437a27d94e83" /><Relationship Type="http://schemas.openxmlformats.org/officeDocument/2006/relationships/notesSlide" Target="/ppt/notesSlides/notesSlide9.xml" Id="Rdfe78aeea74544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b5a906aa2f4cfb" /><Relationship Type="http://schemas.openxmlformats.org/officeDocument/2006/relationships/notesSlide" Target="/ppt/notesSlides/notesSlide10.xml" Id="Rcd75541032174a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d6235d8776493c" /><Relationship Type="http://schemas.openxmlformats.org/officeDocument/2006/relationships/notesSlide" Target="/ppt/notesSlides/notesSlide11.xml" Id="R20eb35a96db84b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78ee2f0673400d" /><Relationship Type="http://schemas.openxmlformats.org/officeDocument/2006/relationships/notesSlide" Target="/ppt/notesSlides/notesSlide12.xml" Id="Rbf5f342ebd9343a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5097048dd047d1" /><Relationship Type="http://schemas.openxmlformats.org/officeDocument/2006/relationships/notesSlide" Target="/ppt/notesSlides/notesSlide13.xml" Id="R1035819b6bf840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1cdc6d943c47a6" /><Relationship Type="http://schemas.openxmlformats.org/officeDocument/2006/relationships/notesSlide" Target="/ppt/notesSlides/notesSlide14.xml" Id="R6d8d3e21a3c947d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6c4b3008564e57" /><Relationship Type="http://schemas.openxmlformats.org/officeDocument/2006/relationships/notesSlide" Target="/ppt/notesSlides/notesSlide15.xml" Id="Re631fd27668245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d4e7f32f054dcb" /><Relationship Type="http://schemas.openxmlformats.org/officeDocument/2006/relationships/notesSlide" Target="/ppt/notesSlides/notesSlide16.xml" Id="R672884cd03da4f9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588f5cd31544f7" /><Relationship Type="http://schemas.openxmlformats.org/officeDocument/2006/relationships/notesSlide" Target="/ppt/notesSlides/notesSlide17.xml" Id="Rc895ddb3cb04497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c062490b8f4fae" /><Relationship Type="http://schemas.openxmlformats.org/officeDocument/2006/relationships/notesSlide" Target="/ppt/notesSlides/notesSlide18.xml" Id="R5e2f9adc697546e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3b126450e54ae7" /><Relationship Type="http://schemas.openxmlformats.org/officeDocument/2006/relationships/notesSlide" Target="/ppt/notesSlides/notesSlide19.xml" Id="Ra2f32755fcd94d7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5568b4efad430a" /><Relationship Type="http://schemas.openxmlformats.org/officeDocument/2006/relationships/notesSlide" Target="/ppt/notesSlides/notesSlide20.xml" Id="R92bf7e02a68241f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05e7aaa43b4055" /><Relationship Type="http://schemas.openxmlformats.org/officeDocument/2006/relationships/notesSlide" Target="/ppt/notesSlides/notesSlide21.xml" Id="R558539f0cb34433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80a302864544ad" /><Relationship Type="http://schemas.openxmlformats.org/officeDocument/2006/relationships/notesSlide" Target="/ppt/notesSlides/notesSlide22.xml" Id="Rc8da38726d354f7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0df569195043a6" /><Relationship Type="http://schemas.openxmlformats.org/officeDocument/2006/relationships/notesSlide" Target="/ppt/notesSlides/notesSlide23.xml" Id="Rcf4bacce78f145b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45c8a58b8d4cda" /><Relationship Type="http://schemas.openxmlformats.org/officeDocument/2006/relationships/notesSlide" Target="/ppt/notesSlides/notesSlide24.xml" Id="Rbd109d3008d943a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6a1a6ce5494771" /><Relationship Type="http://schemas.openxmlformats.org/officeDocument/2006/relationships/notesSlide" Target="/ppt/notesSlides/notesSlide25.xml" Id="R458f34595c5542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topic">
            <a:extLst xmlns:a="http://schemas.openxmlformats.org/drawingml/2006/main">
              <a:ext uri="{FF2B5EF4-FFF2-40B4-BE49-F238E27FC236}">
                <a16:creationId xmlns:a16="http://schemas.microsoft.com/office/drawing/2014/main" id="{B257664E-1E20-433B-B7D5-02E4BEF5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01  落子、连接与气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18F5370-8351-4F3F-8BA7-EE38EEF0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这颗黑子有几口气？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7FD553D5-2BD4-4E76-B830-990E7818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01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281EC492-B7E1-4D90-97A5-3B152D1B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引入问题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AF36C3C7-5E57-41C9-B132-11D4BEB8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找出与黑子直接相邻的空点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3EA873B1-6135-4579-A469-AA3CC3D2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A645305B-A33F-485B-9E01-2288F8A2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EE92F91C-CDB2-4505-8974-EF6C2132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FBF8CAC3-A856-4B0D-B1A3-E9BABB0F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C0588C97-6245-4D82-8408-49C7C559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7775969E-3F6A-47FD-9C6C-CDD27842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540794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2F8F07E6-6DD4-43A8-88F0-6CCFD428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319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FDEEBB65-4D95-49D0-86B7-A8CE95DA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869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EFAC9C9F-47D2-4518-8FDA-5A0593F7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88394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9BD64CFF-BF4A-4D36-A097-2B78B7FF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41AADCB1-C606-406D-9781-40952B12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428EB0E5-9D64-40A6-8DA2-C8536E47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E7093F92-736E-45C7-847A-5EF889D9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59C004E6-DC34-4C0F-8A69-AEFD9828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317081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077458E3-598B-43BB-9022-01138A93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606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02C2AC7E-26B5-4BF7-877D-0008E625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156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41C67912-6413-4DDF-B8E6-32880AAF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64681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0EE1425D-7A17-4EBC-B322-925306A2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BA4EAD9F-A1A0-47D4-A71A-741F8452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122AB43F-C0D6-4539-B800-37BB16BC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14E87817-AC69-4CCB-945F-0B49EDF9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27" name="board0-grid-row-5">
            <a:extLst xmlns:a="http://schemas.openxmlformats.org/drawingml/2006/main">
              <a:ext uri="{FF2B5EF4-FFF2-40B4-BE49-F238E27FC236}">
                <a16:creationId xmlns:a16="http://schemas.microsoft.com/office/drawing/2014/main" id="{E7F9730D-0B95-44DF-868D-3AA6158B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093369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8" name="board0-grid-col-5">
            <a:extLst xmlns:a="http://schemas.openxmlformats.org/drawingml/2006/main">
              <a:ext uri="{FF2B5EF4-FFF2-40B4-BE49-F238E27FC236}">
                <a16:creationId xmlns:a16="http://schemas.microsoft.com/office/drawing/2014/main" id="{BE6D354B-9099-42C9-9B69-E89A9196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894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9" name="board0-column-5">
            <a:extLst xmlns:a="http://schemas.openxmlformats.org/drawingml/2006/main">
              <a:ext uri="{FF2B5EF4-FFF2-40B4-BE49-F238E27FC236}">
                <a16:creationId xmlns:a16="http://schemas.microsoft.com/office/drawing/2014/main" id="{C8C2782F-5A2B-403F-952B-01292CD8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444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F</a:t>
            </a:r>
          </a:p>
        </p:txBody>
      </p:sp>
      <p:sp>
        <p:nvSpPr>
          <p:cNvPr id="30" name="board0-row-5">
            <a:extLst xmlns:a="http://schemas.openxmlformats.org/drawingml/2006/main">
              <a:ext uri="{FF2B5EF4-FFF2-40B4-BE49-F238E27FC236}">
                <a16:creationId xmlns:a16="http://schemas.microsoft.com/office/drawing/2014/main" id="{6A534BA0-F5A7-4591-8589-EB3E88B0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40969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31" name="board0-grid-row-6">
            <a:extLst xmlns:a="http://schemas.openxmlformats.org/drawingml/2006/main">
              <a:ext uri="{FF2B5EF4-FFF2-40B4-BE49-F238E27FC236}">
                <a16:creationId xmlns:a16="http://schemas.microsoft.com/office/drawing/2014/main" id="{BC36733E-A2BC-490C-87DF-831259C2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2" name="board0-grid-col-6">
            <a:extLst xmlns:a="http://schemas.openxmlformats.org/drawingml/2006/main">
              <a:ext uri="{FF2B5EF4-FFF2-40B4-BE49-F238E27FC236}">
                <a16:creationId xmlns:a16="http://schemas.microsoft.com/office/drawing/2014/main" id="{03E11685-023C-4150-ADA7-8E9B8592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3" name="board0-column-6">
            <a:extLst xmlns:a="http://schemas.openxmlformats.org/drawingml/2006/main">
              <a:ext uri="{FF2B5EF4-FFF2-40B4-BE49-F238E27FC236}">
                <a16:creationId xmlns:a16="http://schemas.microsoft.com/office/drawing/2014/main" id="{318EA1DE-FFB7-44A5-8B1D-B10625AB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</a:t>
            </a:r>
          </a:p>
        </p:txBody>
      </p:sp>
      <p:sp>
        <p:nvSpPr>
          <p:cNvPr id="34" name="board0-row-6">
            <a:extLst xmlns:a="http://schemas.openxmlformats.org/drawingml/2006/main">
              <a:ext uri="{FF2B5EF4-FFF2-40B4-BE49-F238E27FC236}">
                <a16:creationId xmlns:a16="http://schemas.microsoft.com/office/drawing/2014/main" id="{A8D530EB-ACEE-443A-9984-25606403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35" name="board0-grid-row-7">
            <a:extLst xmlns:a="http://schemas.openxmlformats.org/drawingml/2006/main">
              <a:ext uri="{FF2B5EF4-FFF2-40B4-BE49-F238E27FC236}">
                <a16:creationId xmlns:a16="http://schemas.microsoft.com/office/drawing/2014/main" id="{CD28CC70-8EDF-4022-AB9D-ED772BC5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869656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6" name="board0-grid-col-7">
            <a:extLst xmlns:a="http://schemas.openxmlformats.org/drawingml/2006/main">
              <a:ext uri="{FF2B5EF4-FFF2-40B4-BE49-F238E27FC236}">
                <a16:creationId xmlns:a16="http://schemas.microsoft.com/office/drawing/2014/main" id="{A49C76AD-C3C5-417F-A26A-77C74395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181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7" name="board0-column-7">
            <a:extLst xmlns:a="http://schemas.openxmlformats.org/drawingml/2006/main">
              <a:ext uri="{FF2B5EF4-FFF2-40B4-BE49-F238E27FC236}">
                <a16:creationId xmlns:a16="http://schemas.microsoft.com/office/drawing/2014/main" id="{5D04C89D-FCBF-4C06-95C3-E41DF775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731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H</a:t>
            </a:r>
          </a:p>
        </p:txBody>
      </p:sp>
      <p:sp>
        <p:nvSpPr>
          <p:cNvPr id="38" name="board0-row-7">
            <a:extLst xmlns:a="http://schemas.openxmlformats.org/drawingml/2006/main">
              <a:ext uri="{FF2B5EF4-FFF2-40B4-BE49-F238E27FC236}">
                <a16:creationId xmlns:a16="http://schemas.microsoft.com/office/drawing/2014/main" id="{16CF6CEE-2759-450D-A71F-1ABB54A5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7256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39" name="board0-grid-row-8">
            <a:extLst xmlns:a="http://schemas.openxmlformats.org/drawingml/2006/main">
              <a:ext uri="{FF2B5EF4-FFF2-40B4-BE49-F238E27FC236}">
                <a16:creationId xmlns:a16="http://schemas.microsoft.com/office/drawing/2014/main" id="{8D1A324B-E8F0-4670-9BF9-03D5D310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0" name="board0-grid-col-8">
            <a:extLst xmlns:a="http://schemas.openxmlformats.org/drawingml/2006/main">
              <a:ext uri="{FF2B5EF4-FFF2-40B4-BE49-F238E27FC236}">
                <a16:creationId xmlns:a16="http://schemas.microsoft.com/office/drawing/2014/main" id="{EFD18320-7BA7-42C9-8F8B-8B8E28B4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1" name="board0-column-8">
            <a:extLst xmlns:a="http://schemas.openxmlformats.org/drawingml/2006/main">
              <a:ext uri="{FF2B5EF4-FFF2-40B4-BE49-F238E27FC236}">
                <a16:creationId xmlns:a16="http://schemas.microsoft.com/office/drawing/2014/main" id="{686AAC85-E9B1-45E2-B202-DCB954D8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J</a:t>
            </a:r>
          </a:p>
        </p:txBody>
      </p:sp>
      <p:sp>
        <p:nvSpPr>
          <p:cNvPr id="42" name="board0-row-8">
            <a:extLst xmlns:a="http://schemas.openxmlformats.org/drawingml/2006/main">
              <a:ext uri="{FF2B5EF4-FFF2-40B4-BE49-F238E27FC236}">
                <a16:creationId xmlns:a16="http://schemas.microsoft.com/office/drawing/2014/main" id="{68B29406-AED3-40BB-869A-94441399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43" name="board0-stone-B-r4c4">
            <a:extLst xmlns:a="http://schemas.openxmlformats.org/drawingml/2006/main">
              <a:ext uri="{FF2B5EF4-FFF2-40B4-BE49-F238E27FC236}">
                <a16:creationId xmlns:a16="http://schemas.microsoft.com/office/drawing/2014/main" id="{CF51D507-1B5B-4C1C-B025-D048CC05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1374" y="3553849"/>
            <a:ext cx="302752" cy="3027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4" name="board0-target-r4c4">
            <a:extLst xmlns:a="http://schemas.openxmlformats.org/drawingml/2006/main">
              <a:ext uri="{FF2B5EF4-FFF2-40B4-BE49-F238E27FC236}">
                <a16:creationId xmlns:a16="http://schemas.microsoft.com/office/drawing/2014/main" id="{E6C3435F-76ED-4F84-9978-1A5BB62A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884" y="3635359"/>
            <a:ext cx="139732" cy="139732"/>
          </a:xfrm>
          <a:custGeom xmlns:a="http://schemas.openxmlformats.org/drawingml/2006/main">
            <a:pathLst>
              <a:path w="139732" h="139732">
                <a:moveTo>
                  <a:pt x="69866" y="0"/>
                </a:moveTo>
                <a:lnTo>
                  <a:pt x="139732" y="139732"/>
                </a:lnTo>
                <a:lnTo>
                  <a:pt x="0" y="13973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45" name="body-0">
            <a:extLst xmlns:a="http://schemas.openxmlformats.org/drawingml/2006/main">
              <a:ext uri="{FF2B5EF4-FFF2-40B4-BE49-F238E27FC236}">
                <a16:creationId xmlns:a16="http://schemas.microsoft.com/office/drawing/2014/main" id="{226BE69A-3613-4025-93A0-795B1EEA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棋子落在交叉点</a:t>
            </a:r>
          </a:p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（intersection）上。</a:t>
            </a:r>
          </a:p>
        </p:txBody>
      </p:sp>
      <p:sp>
        <p:nvSpPr>
          <p:cNvPr id="46" name="body-1">
            <a:extLst xmlns:a="http://schemas.openxmlformats.org/drawingml/2006/main">
              <a:ext uri="{FF2B5EF4-FFF2-40B4-BE49-F238E27FC236}">
                <a16:creationId xmlns:a16="http://schemas.microsoft.com/office/drawing/2014/main" id="{4DF3D70E-EC8F-47ED-8E09-3656799D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33725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数出 E5 黑子的气（liberty）。</a:t>
            </a:r>
          </a:p>
        </p:txBody>
      </p:sp>
      <p:sp>
        <p:nvSpPr>
          <p:cNvPr id="47" name="body-2">
            <a:extLst xmlns:a="http://schemas.openxmlformats.org/drawingml/2006/main">
              <a:ext uri="{FF2B5EF4-FFF2-40B4-BE49-F238E27FC236}">
                <a16:creationId xmlns:a16="http://schemas.microsoft.com/office/drawing/2014/main" id="{83A6EFBE-C537-4438-891D-B3124946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19525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只回答，不落子。</a:t>
            </a:r>
          </a:p>
        </p:txBody>
      </p:sp>
    </p:spTree>
    <p:extLst>
      <p:ext uri="{BB962C8B-B14F-4D97-AF65-F5344CB8AC3E}">
        <p14:creationId xmlns:p14="http://schemas.microsoft.com/office/powerpoint/2010/main" val="16511058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opic">
            <a:extLst xmlns:a="http://schemas.openxmlformats.org/drawingml/2006/main">
              <a:ext uri="{FF2B5EF4-FFF2-40B4-BE49-F238E27FC236}">
                <a16:creationId xmlns:a16="http://schemas.microsoft.com/office/drawing/2014/main" id="{16425A91-C36C-493E-8367-8B4FEC3A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01  落子、连接与气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7BB4CC6-7379-4E80-BC39-144429B1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沿线相邻的空点才是气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C6F4FBBC-78CB-4369-A412-AF0B3BA5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02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AACFBA9F-8F53-4AF6-83DD-EC6B4045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直观示例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8AAFBD53-4AEA-4E24-A628-BEEEE4D6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虚线环＝气，不是棋子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87519D59-6E93-4490-A910-7C596088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2F832A88-A5FA-4ECE-A723-1D49363E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A7D8E6BB-1BC3-4340-A868-110E3670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7DEC4F80-6ADC-4E81-AEB8-1EDF9C8C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B59AD546-349A-40DB-9B96-0161336B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6EE62D14-B179-4C84-A4E7-0FCAD3B1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540794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A798D3B6-B2C5-4462-A621-43170CED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319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38BCC5B0-1E2D-4983-89DE-EFB42F60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869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4B9B86D3-FF1B-4CCE-93F2-DAC649D7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88394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FA9C07F9-EC16-4BED-9E28-2435A635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19CD55A8-8060-44C0-B321-719BA288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715A1332-E889-467C-98E1-65E8643D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EB6E0BA3-E12C-479E-AAE6-6AD4D593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4727978D-D041-4594-8C8F-66B4565B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317081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ACB3BD25-24E2-4561-8013-ABC1424A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606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F1A4ED42-1205-473A-A0B1-FE48D642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156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615B8561-8FAC-4ACF-81DB-E71832D5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64681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F83AA0F4-BD81-416E-BA8D-8C86302D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545CA1A3-9A50-4612-9745-B3E92D57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08F5F1A6-7BC4-48F9-824C-C4E43580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5382B217-2DB0-452B-85F9-CA4E7F85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27" name="board0-grid-row-5">
            <a:extLst xmlns:a="http://schemas.openxmlformats.org/drawingml/2006/main">
              <a:ext uri="{FF2B5EF4-FFF2-40B4-BE49-F238E27FC236}">
                <a16:creationId xmlns:a16="http://schemas.microsoft.com/office/drawing/2014/main" id="{CB69F477-C259-4666-957A-81A9F2C9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093369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8" name="board0-grid-col-5">
            <a:extLst xmlns:a="http://schemas.openxmlformats.org/drawingml/2006/main">
              <a:ext uri="{FF2B5EF4-FFF2-40B4-BE49-F238E27FC236}">
                <a16:creationId xmlns:a16="http://schemas.microsoft.com/office/drawing/2014/main" id="{7E7B699F-33B8-44F9-853D-72F738D3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894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9" name="board0-column-5">
            <a:extLst xmlns:a="http://schemas.openxmlformats.org/drawingml/2006/main">
              <a:ext uri="{FF2B5EF4-FFF2-40B4-BE49-F238E27FC236}">
                <a16:creationId xmlns:a16="http://schemas.microsoft.com/office/drawing/2014/main" id="{FFB44BAE-8EEA-4EAC-B7B2-EF5CB86D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444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F</a:t>
            </a:r>
          </a:p>
        </p:txBody>
      </p:sp>
      <p:sp>
        <p:nvSpPr>
          <p:cNvPr id="30" name="board0-row-5">
            <a:extLst xmlns:a="http://schemas.openxmlformats.org/drawingml/2006/main">
              <a:ext uri="{FF2B5EF4-FFF2-40B4-BE49-F238E27FC236}">
                <a16:creationId xmlns:a16="http://schemas.microsoft.com/office/drawing/2014/main" id="{22D2A04E-B9B7-4E0D-99F7-64FAC15D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40969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31" name="board0-grid-row-6">
            <a:extLst xmlns:a="http://schemas.openxmlformats.org/drawingml/2006/main">
              <a:ext uri="{FF2B5EF4-FFF2-40B4-BE49-F238E27FC236}">
                <a16:creationId xmlns:a16="http://schemas.microsoft.com/office/drawing/2014/main" id="{049CBD88-9794-4893-A60A-E262AE96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2" name="board0-grid-col-6">
            <a:extLst xmlns:a="http://schemas.openxmlformats.org/drawingml/2006/main">
              <a:ext uri="{FF2B5EF4-FFF2-40B4-BE49-F238E27FC236}">
                <a16:creationId xmlns:a16="http://schemas.microsoft.com/office/drawing/2014/main" id="{2E8C0CBB-2D06-47B1-ABC1-35CB3508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3" name="board0-column-6">
            <a:extLst xmlns:a="http://schemas.openxmlformats.org/drawingml/2006/main">
              <a:ext uri="{FF2B5EF4-FFF2-40B4-BE49-F238E27FC236}">
                <a16:creationId xmlns:a16="http://schemas.microsoft.com/office/drawing/2014/main" id="{D9CAB959-F6B8-4E24-9F4B-68E57AAA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</a:t>
            </a:r>
          </a:p>
        </p:txBody>
      </p:sp>
      <p:sp>
        <p:nvSpPr>
          <p:cNvPr id="34" name="board0-row-6">
            <a:extLst xmlns:a="http://schemas.openxmlformats.org/drawingml/2006/main">
              <a:ext uri="{FF2B5EF4-FFF2-40B4-BE49-F238E27FC236}">
                <a16:creationId xmlns:a16="http://schemas.microsoft.com/office/drawing/2014/main" id="{0036AA15-81FD-4B74-A237-B05B697E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35" name="board0-grid-row-7">
            <a:extLst xmlns:a="http://schemas.openxmlformats.org/drawingml/2006/main">
              <a:ext uri="{FF2B5EF4-FFF2-40B4-BE49-F238E27FC236}">
                <a16:creationId xmlns:a16="http://schemas.microsoft.com/office/drawing/2014/main" id="{CC53118D-8A3E-4A9F-B110-A5FD9342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869656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6" name="board0-grid-col-7">
            <a:extLst xmlns:a="http://schemas.openxmlformats.org/drawingml/2006/main">
              <a:ext uri="{FF2B5EF4-FFF2-40B4-BE49-F238E27FC236}">
                <a16:creationId xmlns:a16="http://schemas.microsoft.com/office/drawing/2014/main" id="{BEB92800-F2DA-4048-9173-46B34591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181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7" name="board0-column-7">
            <a:extLst xmlns:a="http://schemas.openxmlformats.org/drawingml/2006/main">
              <a:ext uri="{FF2B5EF4-FFF2-40B4-BE49-F238E27FC236}">
                <a16:creationId xmlns:a16="http://schemas.microsoft.com/office/drawing/2014/main" id="{A80D5798-9E59-4242-9EAF-6726780A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731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H</a:t>
            </a:r>
          </a:p>
        </p:txBody>
      </p:sp>
      <p:sp>
        <p:nvSpPr>
          <p:cNvPr id="38" name="board0-row-7">
            <a:extLst xmlns:a="http://schemas.openxmlformats.org/drawingml/2006/main">
              <a:ext uri="{FF2B5EF4-FFF2-40B4-BE49-F238E27FC236}">
                <a16:creationId xmlns:a16="http://schemas.microsoft.com/office/drawing/2014/main" id="{33313D99-5E6C-4911-91B3-924DF31A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7256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39" name="board0-grid-row-8">
            <a:extLst xmlns:a="http://schemas.openxmlformats.org/drawingml/2006/main">
              <a:ext uri="{FF2B5EF4-FFF2-40B4-BE49-F238E27FC236}">
                <a16:creationId xmlns:a16="http://schemas.microsoft.com/office/drawing/2014/main" id="{4F812452-1C61-4045-AEDD-FEE0911E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0" name="board0-grid-col-8">
            <a:extLst xmlns:a="http://schemas.openxmlformats.org/drawingml/2006/main">
              <a:ext uri="{FF2B5EF4-FFF2-40B4-BE49-F238E27FC236}">
                <a16:creationId xmlns:a16="http://schemas.microsoft.com/office/drawing/2014/main" id="{123A362C-B533-4AF7-B395-7C6BC01B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1" name="board0-column-8">
            <a:extLst xmlns:a="http://schemas.openxmlformats.org/drawingml/2006/main">
              <a:ext uri="{FF2B5EF4-FFF2-40B4-BE49-F238E27FC236}">
                <a16:creationId xmlns:a16="http://schemas.microsoft.com/office/drawing/2014/main" id="{BF49401C-C0BE-4773-8838-12E92E78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J</a:t>
            </a:r>
          </a:p>
        </p:txBody>
      </p:sp>
      <p:sp>
        <p:nvSpPr>
          <p:cNvPr id="42" name="board0-row-8">
            <a:extLst xmlns:a="http://schemas.openxmlformats.org/drawingml/2006/main">
              <a:ext uri="{FF2B5EF4-FFF2-40B4-BE49-F238E27FC236}">
                <a16:creationId xmlns:a16="http://schemas.microsoft.com/office/drawing/2014/main" id="{E688B679-3B4A-4C09-A9D4-8BA19659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43" name="board0-stone-B-r4c4">
            <a:extLst xmlns:a="http://schemas.openxmlformats.org/drawingml/2006/main">
              <a:ext uri="{FF2B5EF4-FFF2-40B4-BE49-F238E27FC236}">
                <a16:creationId xmlns:a16="http://schemas.microsoft.com/office/drawing/2014/main" id="{B8B2DE30-5616-456A-9FDC-1CAA4237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1374" y="3553849"/>
            <a:ext cx="302752" cy="3027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4" name="board0-target-r4c4">
            <a:extLst xmlns:a="http://schemas.openxmlformats.org/drawingml/2006/main">
              <a:ext uri="{FF2B5EF4-FFF2-40B4-BE49-F238E27FC236}">
                <a16:creationId xmlns:a16="http://schemas.microsoft.com/office/drawing/2014/main" id="{F71C4025-DD44-444E-985D-F6D741F6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884" y="3635359"/>
            <a:ext cx="139732" cy="139732"/>
          </a:xfrm>
          <a:custGeom xmlns:a="http://schemas.openxmlformats.org/drawingml/2006/main">
            <a:pathLst>
              <a:path w="139732" h="139732">
                <a:moveTo>
                  <a:pt x="69866" y="0"/>
                </a:moveTo>
                <a:lnTo>
                  <a:pt x="139732" y="139732"/>
                </a:lnTo>
                <a:lnTo>
                  <a:pt x="0" y="13973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45" name="board0-liberty-r3c4">
            <a:extLst xmlns:a="http://schemas.openxmlformats.org/drawingml/2006/main">
              <a:ext uri="{FF2B5EF4-FFF2-40B4-BE49-F238E27FC236}">
                <a16:creationId xmlns:a16="http://schemas.microsoft.com/office/drawing/2014/main" id="{A84B9C1A-B6C4-4D56-A656-78B95229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766" y="3251097"/>
            <a:ext cx="131969" cy="1319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4B32"/>
            </a:solidFill>
            <a:prstDash val="dash"/>
          </a:ln>
        </p:spPr>
      </p:sp>
      <p:sp>
        <p:nvSpPr>
          <p:cNvPr id="46" name="board0-liberty-r4c3">
            <a:extLst xmlns:a="http://schemas.openxmlformats.org/drawingml/2006/main">
              <a:ext uri="{FF2B5EF4-FFF2-40B4-BE49-F238E27FC236}">
                <a16:creationId xmlns:a16="http://schemas.microsoft.com/office/drawing/2014/main" id="{1C49BB01-3241-4204-A165-0C2BD2A6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622" y="3639241"/>
            <a:ext cx="131969" cy="1319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4B32"/>
            </a:solidFill>
            <a:prstDash val="dash"/>
          </a:ln>
        </p:spPr>
      </p:sp>
      <p:sp>
        <p:nvSpPr>
          <p:cNvPr id="47" name="board0-liberty-r4c5">
            <a:extLst xmlns:a="http://schemas.openxmlformats.org/drawingml/2006/main">
              <a:ext uri="{FF2B5EF4-FFF2-40B4-BE49-F238E27FC236}">
                <a16:creationId xmlns:a16="http://schemas.microsoft.com/office/drawing/2014/main" id="{19AC36B4-7772-4FFF-9069-D8BB7CA4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4909" y="3639241"/>
            <a:ext cx="131969" cy="1319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4B32"/>
            </a:solidFill>
            <a:prstDash val="dash"/>
          </a:ln>
        </p:spPr>
      </p:sp>
      <p:sp>
        <p:nvSpPr>
          <p:cNvPr id="48" name="board0-liberty-r5c4">
            <a:extLst xmlns:a="http://schemas.openxmlformats.org/drawingml/2006/main">
              <a:ext uri="{FF2B5EF4-FFF2-40B4-BE49-F238E27FC236}">
                <a16:creationId xmlns:a16="http://schemas.microsoft.com/office/drawing/2014/main" id="{FA1A41DD-EABC-4F96-B910-80A91319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766" y="4027384"/>
            <a:ext cx="131969" cy="1319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4B32"/>
            </a:solidFill>
            <a:prstDash val="dash"/>
          </a:ln>
        </p:spPr>
      </p:sp>
      <p:sp>
        <p:nvSpPr>
          <p:cNvPr id="49" name="body-0">
            <a:extLst xmlns:a="http://schemas.openxmlformats.org/drawingml/2006/main">
              <a:ext uri="{FF2B5EF4-FFF2-40B4-BE49-F238E27FC236}">
                <a16:creationId xmlns:a16="http://schemas.microsoft.com/office/drawing/2014/main" id="{4D94F0E5-6D91-403D-9330-B1A03AEE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虚线环标出四口气。</a:t>
            </a:r>
          </a:p>
        </p:txBody>
      </p:sp>
      <p:sp>
        <p:nvSpPr>
          <p:cNvPr id="50" name="body-1">
            <a:extLst xmlns:a="http://schemas.openxmlformats.org/drawingml/2006/main">
              <a:ext uri="{FF2B5EF4-FFF2-40B4-BE49-F238E27FC236}">
                <a16:creationId xmlns:a16="http://schemas.microsoft.com/office/drawing/2014/main" id="{4E6B495F-7693-49CA-8A57-949F9478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已有棋子的点不是气。</a:t>
            </a:r>
          </a:p>
        </p:txBody>
      </p:sp>
      <p:sp>
        <p:nvSpPr>
          <p:cNvPr id="51" name="body-2">
            <a:extLst xmlns:a="http://schemas.openxmlformats.org/drawingml/2006/main">
              <a:ext uri="{FF2B5EF4-FFF2-40B4-BE49-F238E27FC236}">
                <a16:creationId xmlns:a16="http://schemas.microsoft.com/office/drawing/2014/main" id="{C68D3F98-8856-4450-8D59-5C8A1149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数气时，先看整块棋子。</a:t>
            </a:r>
          </a:p>
        </p:txBody>
      </p:sp>
    </p:spTree>
    <p:extLst>
      <p:ext uri="{BB962C8B-B14F-4D97-AF65-F5344CB8AC3E}">
        <p14:creationId xmlns:p14="http://schemas.microsoft.com/office/powerpoint/2010/main" val="21399129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ic">
            <a:extLst xmlns:a="http://schemas.openxmlformats.org/drawingml/2006/main">
              <a:ext uri="{FF2B5EF4-FFF2-40B4-BE49-F238E27FC236}">
                <a16:creationId xmlns:a16="http://schemas.microsoft.com/office/drawing/2014/main" id="{24FC747C-ED5F-4AF2-8600-9B2441F8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01  落子、连接与气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CC6FF4D-A033-44FE-B7DF-5EF998A2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靠得近，连成一块了吗？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37E327A7-B74D-454A-A79B-D58A6B1D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03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9894CF5D-174F-4749-BE01-3D6A76C8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关键对比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297A3D25-7D58-4E62-8BC2-9C3BAA38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两颗相连；另一颗只斜着靠近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64B03D6E-3AE8-40A2-A96A-547EE891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7D16CCC8-D099-4DE3-BC1A-81A55D90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E454660C-F58C-4427-A72F-20977E48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99582A23-0C04-4069-BB59-DBAA74EA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F2F2DFEA-4819-4AF3-925F-C80C03FC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56BF8CEF-0FAB-45EF-9E21-64971819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3A62700E-7E83-41E7-8D66-6F7B3E22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3713DD19-5004-46CF-8986-7B5B9B81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2D2AC652-D78D-4DB9-8B50-7F7A1C1C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4D8381FE-C39A-4074-A583-649985F3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486AF0B0-BB0E-410D-96AC-ADD1EE33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3406D9D4-247E-4534-8B3B-1EDA54AF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AC329230-792B-4393-B377-A6D7CF8B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301DFCEE-ACEF-4FA1-98A1-C06F7D43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87E571F5-F464-4E81-A323-47AF4237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6E780852-7700-4C40-A7DC-45B05830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7D06C434-4F94-44B2-8FE2-D0D5436A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3BBB579D-9D8E-4B7D-99B1-45F9B4F7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02546995-39ED-4B07-B593-F69B9603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A6C003AD-E303-4CBF-B26B-2E4B5B64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2D972916-2590-4D72-9208-2984A9D1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B-r1c1">
            <a:extLst xmlns:a="http://schemas.openxmlformats.org/drawingml/2006/main">
              <a:ext uri="{FF2B5EF4-FFF2-40B4-BE49-F238E27FC236}">
                <a16:creationId xmlns:a16="http://schemas.microsoft.com/office/drawing/2014/main" id="{21A3B156-FD9C-4452-94DC-B197AD81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1c2">
            <a:extLst xmlns:a="http://schemas.openxmlformats.org/drawingml/2006/main">
              <a:ext uri="{FF2B5EF4-FFF2-40B4-BE49-F238E27FC236}">
                <a16:creationId xmlns:a16="http://schemas.microsoft.com/office/drawing/2014/main" id="{242B3122-78D4-412A-8B92-C6DDBD4E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B-r2c3">
            <a:extLst xmlns:a="http://schemas.openxmlformats.org/drawingml/2006/main">
              <a:ext uri="{FF2B5EF4-FFF2-40B4-BE49-F238E27FC236}">
                <a16:creationId xmlns:a16="http://schemas.microsoft.com/office/drawing/2014/main" id="{B3FBBC43-467F-45FA-94EE-810667BB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dy-0">
            <a:extLst xmlns:a="http://schemas.openxmlformats.org/drawingml/2006/main">
              <a:ext uri="{FF2B5EF4-FFF2-40B4-BE49-F238E27FC236}">
                <a16:creationId xmlns:a16="http://schemas.microsoft.com/office/drawing/2014/main" id="{D1F3E003-1F73-4654-A294-762373C0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B4 与 C4 沿线相连。</a:t>
            </a:r>
          </a:p>
        </p:txBody>
      </p:sp>
      <p:sp>
        <p:nvSpPr>
          <p:cNvPr id="31" name="body-1">
            <a:extLst xmlns:a="http://schemas.openxmlformats.org/drawingml/2006/main">
              <a:ext uri="{FF2B5EF4-FFF2-40B4-BE49-F238E27FC236}">
                <a16:creationId xmlns:a16="http://schemas.microsoft.com/office/drawing/2014/main" id="{56350184-3B65-4E47-ABB7-CED29865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D3 只是斜邻，属于另一块。</a:t>
            </a:r>
          </a:p>
        </p:txBody>
      </p:sp>
      <p:sp>
        <p:nvSpPr>
          <p:cNvPr id="32" name="body-2">
            <a:extLst xmlns:a="http://schemas.openxmlformats.org/drawingml/2006/main">
              <a:ext uri="{FF2B5EF4-FFF2-40B4-BE49-F238E27FC236}">
                <a16:creationId xmlns:a16="http://schemas.microsoft.com/office/drawing/2014/main" id="{B20406F5-09EA-4084-B329-1D40961B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连通块（connected group）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只看同色上下左右相邻。</a:t>
            </a:r>
          </a:p>
        </p:txBody>
      </p:sp>
    </p:spTree>
    <p:extLst>
      <p:ext uri="{BB962C8B-B14F-4D97-AF65-F5344CB8AC3E}">
        <p14:creationId xmlns:p14="http://schemas.microsoft.com/office/powerpoint/2010/main" val="5838288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opic">
            <a:extLst xmlns:a="http://schemas.openxmlformats.org/drawingml/2006/main">
              <a:ext uri="{FF2B5EF4-FFF2-40B4-BE49-F238E27FC236}">
                <a16:creationId xmlns:a16="http://schemas.microsoft.com/office/drawing/2014/main" id="{37F4C5BB-A231-44CB-A0EA-6DB00602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01  落子、连接与气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BB1F596-F283-467C-87CE-49CCACE7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同一个空点，算几次？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57F4EDFB-7EBC-42AA-AAA1-5309DFA6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04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0DD10F54-8576-43D2-9E74-5D704D1E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成员尝试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C906B26B-1AEC-4B25-8F62-57CD3795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△标目标黑块；完整5×5练习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0B729619-EC37-4584-9244-0DE93024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E3C0B1FB-FBA3-4C5F-8F84-8B39F353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ACC44DF7-02E4-4FDF-B7D9-1AC4E3E4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128BD9C6-C7F8-487E-A98D-A30ADA0A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4A7B2914-ECA5-467A-8242-0BA5E241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06F91152-B0D0-4B67-A83C-6D7D0E30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CC0EC8D7-7C1A-4FD5-94F6-0578CC03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45DECBEF-32DA-40CD-AE7C-A0B63345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FAA911E2-A09D-4F0D-AE8B-379BD182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CEF7592E-B3DB-456C-864E-6BAB2D00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A7E1A053-00C2-485D-A6FC-B4E97B98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11BF4CCC-F96C-42F6-98F3-8BD2FBED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257A7EB9-3837-455B-875E-BB833F37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AC0E53F5-5111-4F7C-B8D1-E906F5FC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B0AC5F6F-0A7A-4707-B156-2405AD26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D06A4EEC-0F28-4D66-A2FE-E4AD6476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5B6FC1A5-A5AC-448B-9990-ED705D23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76C92BFA-CADC-4DD4-80E3-3E8185A1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B571CC72-2426-41E9-A76B-217BF6E0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2A34C64E-0A33-4F19-9230-678AFB1F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C1A865D2-8B63-4646-9DD2-04751E03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B-r1c1">
            <a:extLst xmlns:a="http://schemas.openxmlformats.org/drawingml/2006/main">
              <a:ext uri="{FF2B5EF4-FFF2-40B4-BE49-F238E27FC236}">
                <a16:creationId xmlns:a16="http://schemas.microsoft.com/office/drawing/2014/main" id="{E1031558-A5BE-4D43-832D-BB2A4E40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2c1">
            <a:extLst xmlns:a="http://schemas.openxmlformats.org/drawingml/2006/main">
              <a:ext uri="{FF2B5EF4-FFF2-40B4-BE49-F238E27FC236}">
                <a16:creationId xmlns:a16="http://schemas.microsoft.com/office/drawing/2014/main" id="{3F329989-86B1-4D30-BE24-72B09740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B-r2c2">
            <a:extLst xmlns:a="http://schemas.openxmlformats.org/drawingml/2006/main">
              <a:ext uri="{FF2B5EF4-FFF2-40B4-BE49-F238E27FC236}">
                <a16:creationId xmlns:a16="http://schemas.microsoft.com/office/drawing/2014/main" id="{945D9245-586F-43EF-BCBA-D362F6BA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target-r1c1">
            <a:extLst xmlns:a="http://schemas.openxmlformats.org/drawingml/2006/main">
              <a:ext uri="{FF2B5EF4-FFF2-40B4-BE49-F238E27FC236}">
                <a16:creationId xmlns:a16="http://schemas.microsoft.com/office/drawing/2014/main" id="{DE5C89A5-4704-4378-8FCA-250730EE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731" y="2789206"/>
            <a:ext cx="279464" cy="279464"/>
          </a:xfrm>
          <a:custGeom xmlns:a="http://schemas.openxmlformats.org/drawingml/2006/main">
            <a:pathLst>
              <a:path w="279464" h="279464">
                <a:moveTo>
                  <a:pt x="139732" y="0"/>
                </a:moveTo>
                <a:lnTo>
                  <a:pt x="279464" y="279464"/>
                </a:lnTo>
                <a:lnTo>
                  <a:pt x="0" y="279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31" name="board0-target-r2c1">
            <a:extLst xmlns:a="http://schemas.openxmlformats.org/drawingml/2006/main">
              <a:ext uri="{FF2B5EF4-FFF2-40B4-BE49-F238E27FC236}">
                <a16:creationId xmlns:a16="http://schemas.microsoft.com/office/drawing/2014/main" id="{FCBE1C38-EFB0-45DC-9D5C-03943531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731" y="3565493"/>
            <a:ext cx="279464" cy="279464"/>
          </a:xfrm>
          <a:custGeom xmlns:a="http://schemas.openxmlformats.org/drawingml/2006/main">
            <a:pathLst>
              <a:path w="279464" h="279464">
                <a:moveTo>
                  <a:pt x="139732" y="0"/>
                </a:moveTo>
                <a:lnTo>
                  <a:pt x="279464" y="279464"/>
                </a:lnTo>
                <a:lnTo>
                  <a:pt x="0" y="279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32" name="board0-target-r2c2">
            <a:extLst xmlns:a="http://schemas.openxmlformats.org/drawingml/2006/main">
              <a:ext uri="{FF2B5EF4-FFF2-40B4-BE49-F238E27FC236}">
                <a16:creationId xmlns:a16="http://schemas.microsoft.com/office/drawing/2014/main" id="{2AC6EDA6-CBCB-404A-B3BA-1ACEC71F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018" y="3565493"/>
            <a:ext cx="279464" cy="279464"/>
          </a:xfrm>
          <a:custGeom xmlns:a="http://schemas.openxmlformats.org/drawingml/2006/main">
            <a:pathLst>
              <a:path w="279464" h="279464">
                <a:moveTo>
                  <a:pt x="139732" y="0"/>
                </a:moveTo>
                <a:lnTo>
                  <a:pt x="279464" y="279464"/>
                </a:lnTo>
                <a:lnTo>
                  <a:pt x="0" y="279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33" name="body-0">
            <a:extLst xmlns:a="http://schemas.openxmlformats.org/drawingml/2006/main">
              <a:ext uri="{FF2B5EF4-FFF2-40B4-BE49-F238E27FC236}">
                <a16:creationId xmlns:a16="http://schemas.microsoft.com/office/drawing/2014/main" id="{6F45E475-6EA7-4303-BF2F-D7503A53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找出标记黑块的全部气。</a:t>
            </a:r>
          </a:p>
        </p:txBody>
      </p:sp>
      <p:sp>
        <p:nvSpPr>
          <p:cNvPr id="34" name="body-1">
            <a:extLst xmlns:a="http://schemas.openxmlformats.org/drawingml/2006/main">
              <a:ext uri="{FF2B5EF4-FFF2-40B4-BE49-F238E27FC236}">
                <a16:creationId xmlns:a16="http://schemas.microsoft.com/office/drawing/2014/main" id="{3D2F5DBE-701D-45B9-BD68-FA764929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只选空点，不落子。</a:t>
            </a:r>
          </a:p>
        </p:txBody>
      </p:sp>
      <p:sp>
        <p:nvSpPr>
          <p:cNvPr id="35" name="body-2">
            <a:extLst xmlns:a="http://schemas.openxmlformats.org/drawingml/2006/main">
              <a:ext uri="{FF2B5EF4-FFF2-40B4-BE49-F238E27FC236}">
                <a16:creationId xmlns:a16="http://schemas.microsoft.com/office/drawing/2014/main" id="{E218032B-5348-4384-8A5D-9BA890F6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先各自找，再和伙伴核对。</a:t>
            </a:r>
          </a:p>
        </p:txBody>
      </p:sp>
    </p:spTree>
    <p:extLst>
      <p:ext uri="{BB962C8B-B14F-4D97-AF65-F5344CB8AC3E}">
        <p14:creationId xmlns:p14="http://schemas.microsoft.com/office/powerpoint/2010/main" val="11727319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ic">
            <a:extLst xmlns:a="http://schemas.openxmlformats.org/drawingml/2006/main">
              <a:ext uri="{FF2B5EF4-FFF2-40B4-BE49-F238E27FC236}">
                <a16:creationId xmlns:a16="http://schemas.microsoft.com/office/drawing/2014/main" id="{D5D7818A-929E-4B62-BAA6-33EAB855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01  落子、连接与气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20180ED-0CAA-4AF9-AC71-A60C1638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两个人，轮流摆与找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8684F0BE-B933-4F09-8EC1-EB96A267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05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9B848DDC-A28A-412B-AC44-44BA2A6E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转入对弈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45BF3252-471E-42C2-A12E-A99F0E11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摆棋（setup）练习，非合法棋谱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93273A67-8864-44D6-BFB8-AEC7FCC9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01CAD24A-E9C2-42DB-8F03-F08FB82A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804CA2DE-78B4-43AF-8089-2B9E3E21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36B7D904-62C2-4004-83E2-F8F41665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BD4E1D1A-F856-4677-8EA7-040AD07B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E962AB6D-2401-449F-970E-23D1DE8D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2AEA47D6-97C0-4BAA-B0FB-C02EAE4D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9BA47A73-5868-4480-8D85-F61CA405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98640FE1-12EF-43D4-9762-03E5AE80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DAA50E54-AFEB-41C7-975F-98560A80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BFAB6559-C61E-42C3-8E26-A743D640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9B2CEC3D-57E6-44F0-9742-5462952F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0D60753C-BBEC-4B37-95F9-F3A44771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C6C691C4-FC56-40CC-8316-32F83EE6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39B25717-1120-426C-9F18-63D4F780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FF279FDC-E0B2-42E2-87B9-2886F643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63337E05-77EE-4CCB-9D8B-A518578D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95B99548-F621-4DFC-BA4E-E4F0F4D0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DED0E01A-9977-489B-8DEE-AE5F90C0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0C1A1970-B338-486A-BB15-C82756EF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490A4B2D-3B50-4883-8709-FE848241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dy-0">
            <a:extLst xmlns:a="http://schemas.openxmlformats.org/drawingml/2006/main">
              <a:ext uri="{FF2B5EF4-FFF2-40B4-BE49-F238E27FC236}">
                <a16:creationId xmlns:a16="http://schemas.microsoft.com/office/drawing/2014/main" id="{4DCA9713-E711-4752-9370-36983F4B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5×5摆棋练习，或直接9×9对弈。</a:t>
            </a:r>
          </a:p>
        </p:txBody>
      </p:sp>
      <p:sp>
        <p:nvSpPr>
          <p:cNvPr id="28" name="body-1">
            <a:extLst xmlns:a="http://schemas.openxmlformats.org/drawingml/2006/main">
              <a:ext uri="{FF2B5EF4-FFF2-40B4-BE49-F238E27FC236}">
                <a16:creationId xmlns:a16="http://schemas.microsoft.com/office/drawing/2014/main" id="{BD916902-CEF9-4F64-A61E-4D34A13D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一人摆棋，另一人指出整块的气。</a:t>
            </a:r>
          </a:p>
        </p:txBody>
      </p:sp>
      <p:sp>
        <p:nvSpPr>
          <p:cNvPr id="29" name="body-2">
            <a:extLst xmlns:a="http://schemas.openxmlformats.org/drawingml/2006/main">
              <a:ext uri="{FF2B5EF4-FFF2-40B4-BE49-F238E27FC236}">
                <a16:creationId xmlns:a16="http://schemas.microsoft.com/office/drawing/2014/main" id="{2D58E548-72A1-4277-9F1C-675F365D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交换角色；不确定就一起逐点找。</a:t>
            </a:r>
          </a:p>
        </p:txBody>
      </p:sp>
    </p:spTree>
    <p:extLst>
      <p:ext uri="{BB962C8B-B14F-4D97-AF65-F5344CB8AC3E}">
        <p14:creationId xmlns:p14="http://schemas.microsoft.com/office/powerpoint/2010/main" val="13707866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ic">
            <a:extLst xmlns:a="http://schemas.openxmlformats.org/drawingml/2006/main">
              <a:ext uri="{FF2B5EF4-FFF2-40B4-BE49-F238E27FC236}">
                <a16:creationId xmlns:a16="http://schemas.microsoft.com/office/drawing/2014/main" id="{6DD9B096-3588-4C9F-8C16-E634C132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02  提子和打吃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8993BAB-2DC7-4A8E-9B63-93EABBF1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黑先，这一手能提白吗？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0A6B9AD1-BB42-4F33-81B4-194D870E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06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1D3838B9-5F45-4173-A983-6AA57B46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引入问题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D3E86459-8257-4549-A46B-5FB700B5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黑先；完整5×5小棋盘练习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BF158E27-A987-4FC4-9FB9-8D6C68FC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7B514C4B-BE59-4F56-B1F0-1E9BB6FD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02FABC38-E304-42A8-A41F-E85A2382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9E103DF8-9784-419C-8878-D6365490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0316B530-3FBE-434B-9CFC-458C3CB5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7A03EC48-09FD-472D-AF7F-CC1A92C3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37B2588C-4A6D-4A19-B2CB-D616A782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B580B54B-CDC5-430C-B530-B0359541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1D17FF59-4039-4339-A2B4-7FDF0E57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A0685804-1468-4FE5-B933-B5546705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2B35D60B-D856-49B6-BA54-0691E981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56135A31-AF0F-4B49-8B17-3FBBAC4E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E9AD15DF-9D9E-4A9F-A0C3-424D426D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8B449532-8AC5-479B-B75F-808D9354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D58D41AC-0F85-4401-8AFB-222ABC8F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D9153A39-879C-4C69-97C5-24A44B88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48D4C601-6034-4267-AE75-E21F8D5A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E161BC4B-DA25-413B-B18E-E02272FC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1E395038-4DA2-434A-85C0-28D4180B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07DC85C5-1D90-43CD-8663-F345CCB6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8A883202-DD8B-456C-A6C6-1AF1CAE3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B-r1c2">
            <a:extLst xmlns:a="http://schemas.openxmlformats.org/drawingml/2006/main">
              <a:ext uri="{FF2B5EF4-FFF2-40B4-BE49-F238E27FC236}">
                <a16:creationId xmlns:a16="http://schemas.microsoft.com/office/drawing/2014/main" id="{46A4A767-61F2-425F-85E6-66EE5708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2c1">
            <a:extLst xmlns:a="http://schemas.openxmlformats.org/drawingml/2006/main">
              <a:ext uri="{FF2B5EF4-FFF2-40B4-BE49-F238E27FC236}">
                <a16:creationId xmlns:a16="http://schemas.microsoft.com/office/drawing/2014/main" id="{C86720A3-A63F-4982-ACE2-213ED57E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B-r3c2">
            <a:extLst xmlns:a="http://schemas.openxmlformats.org/drawingml/2006/main">
              <a:ext uri="{FF2B5EF4-FFF2-40B4-BE49-F238E27FC236}">
                <a16:creationId xmlns:a16="http://schemas.microsoft.com/office/drawing/2014/main" id="{9B8DE374-F6A8-47AE-BAF0-0A3BB5C5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4178760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stone-W-r2c2">
            <a:extLst xmlns:a="http://schemas.openxmlformats.org/drawingml/2006/main">
              <a:ext uri="{FF2B5EF4-FFF2-40B4-BE49-F238E27FC236}">
                <a16:creationId xmlns:a16="http://schemas.microsoft.com/office/drawing/2014/main" id="{75E4110E-16AB-449F-9DB4-3E75E277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1" name="board0-target-r2c2">
            <a:extLst xmlns:a="http://schemas.openxmlformats.org/drawingml/2006/main">
              <a:ext uri="{FF2B5EF4-FFF2-40B4-BE49-F238E27FC236}">
                <a16:creationId xmlns:a16="http://schemas.microsoft.com/office/drawing/2014/main" id="{E538A7C4-6F18-499D-87AB-5AAE5396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018" y="3565493"/>
            <a:ext cx="279464" cy="279464"/>
          </a:xfrm>
          <a:custGeom xmlns:a="http://schemas.openxmlformats.org/drawingml/2006/main">
            <a:pathLst>
              <a:path w="279464" h="279464">
                <a:moveTo>
                  <a:pt x="139732" y="0"/>
                </a:moveTo>
                <a:lnTo>
                  <a:pt x="279464" y="279464"/>
                </a:lnTo>
                <a:lnTo>
                  <a:pt x="0" y="279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</a:ln>
        </p:spPr>
      </p:sp>
      <p:sp>
        <p:nvSpPr>
          <p:cNvPr id="32" name="body-0">
            <a:extLst xmlns:a="http://schemas.openxmlformats.org/drawingml/2006/main">
              <a:ext uri="{FF2B5EF4-FFF2-40B4-BE49-F238E27FC236}">
                <a16:creationId xmlns:a16="http://schemas.microsoft.com/office/drawing/2014/main" id="{E617D909-DEA6-4455-909E-47AF4ACA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目标：本手提掉 △ 白子。</a:t>
            </a:r>
          </a:p>
        </p:txBody>
      </p:sp>
      <p:sp>
        <p:nvSpPr>
          <p:cNvPr id="33" name="body-1">
            <a:extLst xmlns:a="http://schemas.openxmlformats.org/drawingml/2006/main">
              <a:ext uri="{FF2B5EF4-FFF2-40B4-BE49-F238E27FC236}">
                <a16:creationId xmlns:a16="http://schemas.microsoft.com/office/drawing/2014/main" id="{89915A6C-FB19-4789-B7AE-226D296D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先找白棋整块的全部气。</a:t>
            </a:r>
          </a:p>
        </p:txBody>
      </p:sp>
      <p:sp>
        <p:nvSpPr>
          <p:cNvPr id="34" name="body-2">
            <a:extLst xmlns:a="http://schemas.openxmlformats.org/drawingml/2006/main">
              <a:ext uri="{FF2B5EF4-FFF2-40B4-BE49-F238E27FC236}">
                <a16:creationId xmlns:a16="http://schemas.microsoft.com/office/drawing/2014/main" id="{8C2FA3E9-10C2-4EE9-8E2F-893D29A2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先指出落点，再说理由。</a:t>
            </a:r>
          </a:p>
        </p:txBody>
      </p:sp>
    </p:spTree>
    <p:extLst>
      <p:ext uri="{BB962C8B-B14F-4D97-AF65-F5344CB8AC3E}">
        <p14:creationId xmlns:p14="http://schemas.microsoft.com/office/powerpoint/2010/main" val="19127738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topic">
            <a:extLst xmlns:a="http://schemas.openxmlformats.org/drawingml/2006/main">
              <a:ext uri="{FF2B5EF4-FFF2-40B4-BE49-F238E27FC236}">
                <a16:creationId xmlns:a16="http://schemas.microsoft.com/office/drawing/2014/main" id="{82C75274-4A79-4D59-9F41-7DF9DDEF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02  提子和打吃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52B2319-304E-4ECD-BA82-23494457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一气叫打吃，无气就提走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01C870EB-9F2B-415A-BAC5-8932E9AA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07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DC0D5834-622B-45D3-9847-063DBD16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直观示例</a:t>
            </a:r>
          </a:p>
        </p:txBody>
      </p:sp>
      <p:sp>
        <p:nvSpPr>
          <p:cNvPr id="5" name="caption0">
            <a:extLst xmlns:a="http://schemas.openxmlformats.org/drawingml/2006/main">
              <a:ext uri="{FF2B5EF4-FFF2-40B4-BE49-F238E27FC236}">
                <a16:creationId xmlns:a16="http://schemas.microsoft.com/office/drawing/2014/main" id="{DDF428AB-5949-4D4A-90FC-52903167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33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落子前：白棋在打吃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32449485-8B48-4885-B872-F9A4731A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743075"/>
            <a:ext cx="2705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F55AB413-3ED0-4CA3-B6B7-4E6A6DEB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05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D875F97E-9861-48BF-A65D-C0D1868B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635E702F-A728-4E81-BEC6-7AC5F353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58998C60-73DD-4943-8DEF-D1D15E15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526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F04C47A9-D597-4DEC-96CC-38FC50B0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00313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FC51EC15-1DE0-4DDF-9461-274ECECB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3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A2295B19-C585-45DC-A581-9892117F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3B48B794-AF1A-498E-A26C-83DCD4DE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479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F940B0E3-9C31-4301-B06A-A45897BF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95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1974348D-76F3-4866-8648-6AF7FAE4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3996C10E-07FE-47DA-B228-83511EBD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436D4956-3557-4814-B0D7-E529FF47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432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95C19681-05A3-4106-B2C2-55E9A368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90938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28EBBC8E-4F73-4248-A58D-313EDB8C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838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74585EF9-C2C0-4C78-B754-C0C88F01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388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063350BC-36D0-49D9-BED6-EA2B5CF4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38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B3C75152-F745-4AFE-9E32-0090C861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86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484337F2-29C3-4C7F-92E7-69AD5BC4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FDE6DBF4-668D-4462-B5BC-AD77C2BA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863CD003-5001-41EE-9E34-51CD707F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33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B-r1c2">
            <a:extLst xmlns:a="http://schemas.openxmlformats.org/drawingml/2006/main">
              <a:ext uri="{FF2B5EF4-FFF2-40B4-BE49-F238E27FC236}">
                <a16:creationId xmlns:a16="http://schemas.microsoft.com/office/drawing/2014/main" id="{D3EE7DD1-EFB6-4AD7-9E15-0FCE164C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2c1">
            <a:extLst xmlns:a="http://schemas.openxmlformats.org/drawingml/2006/main">
              <a:ext uri="{FF2B5EF4-FFF2-40B4-BE49-F238E27FC236}">
                <a16:creationId xmlns:a16="http://schemas.microsoft.com/office/drawing/2014/main" id="{7F7B929E-5E11-4A85-A4F2-6E860EFB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041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B-r3c2">
            <a:extLst xmlns:a="http://schemas.openxmlformats.org/drawingml/2006/main">
              <a:ext uri="{FF2B5EF4-FFF2-40B4-BE49-F238E27FC236}">
                <a16:creationId xmlns:a16="http://schemas.microsoft.com/office/drawing/2014/main" id="{1250F47E-BB62-490F-AC99-7E3067DB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stone-W-r2c2">
            <a:extLst xmlns:a="http://schemas.openxmlformats.org/drawingml/2006/main">
              <a:ext uri="{FF2B5EF4-FFF2-40B4-BE49-F238E27FC236}">
                <a16:creationId xmlns:a16="http://schemas.microsoft.com/office/drawing/2014/main" id="{A08A281D-48C3-4ABE-AC64-EBADEAD2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1" name="board0-target-r2c2">
            <a:extLst xmlns:a="http://schemas.openxmlformats.org/drawingml/2006/main">
              <a:ext uri="{FF2B5EF4-FFF2-40B4-BE49-F238E27FC236}">
                <a16:creationId xmlns:a16="http://schemas.microsoft.com/office/drawing/2014/main" id="{ACA7724A-8D53-4DEE-B6A2-15C650F6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369" y="2988469"/>
            <a:ext cx="214313" cy="214313"/>
          </a:xfrm>
          <a:custGeom xmlns:a="http://schemas.openxmlformats.org/drawingml/2006/main">
            <a:pathLst>
              <a:path w="214313" h="214313">
                <a:moveTo>
                  <a:pt x="107156" y="0"/>
                </a:moveTo>
                <a:lnTo>
                  <a:pt x="214313" y="214313"/>
                </a:lnTo>
                <a:lnTo>
                  <a:pt x="0" y="2143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</a:ln>
        </p:spPr>
      </p:sp>
      <p:sp>
        <p:nvSpPr>
          <p:cNvPr id="32" name="caption1">
            <a:extLst xmlns:a="http://schemas.openxmlformats.org/drawingml/2006/main">
              <a:ext uri="{FF2B5EF4-FFF2-40B4-BE49-F238E27FC236}">
                <a16:creationId xmlns:a16="http://schemas.microsoft.com/office/drawing/2014/main" id="{4B67AB2B-51A8-4B47-AFE9-8726B0B8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33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黑D3后：提走无气白子</a:t>
            </a:r>
          </a:p>
        </p:txBody>
      </p:sp>
      <p:sp>
        <p:nvSpPr>
          <p:cNvPr id="33" name="board1-surface">
            <a:extLst xmlns:a="http://schemas.openxmlformats.org/drawingml/2006/main">
              <a:ext uri="{FF2B5EF4-FFF2-40B4-BE49-F238E27FC236}">
                <a16:creationId xmlns:a16="http://schemas.microsoft.com/office/drawing/2014/main" id="{3105F186-BD98-4658-8852-5D0646C6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743075"/>
            <a:ext cx="2705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34" name="board1-grid-row-0">
            <a:extLst xmlns:a="http://schemas.openxmlformats.org/drawingml/2006/main">
              <a:ext uri="{FF2B5EF4-FFF2-40B4-BE49-F238E27FC236}">
                <a16:creationId xmlns:a16="http://schemas.microsoft.com/office/drawing/2014/main" id="{BB97E469-61B0-40EC-8DA9-D8A280FC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5" name="board1-grid-col-0">
            <a:extLst xmlns:a="http://schemas.openxmlformats.org/drawingml/2006/main">
              <a:ext uri="{FF2B5EF4-FFF2-40B4-BE49-F238E27FC236}">
                <a16:creationId xmlns:a16="http://schemas.microsoft.com/office/drawing/2014/main" id="{A85C39AE-01D1-4B5C-BAF7-CC9BE6A4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6" name="board1-column-0">
            <a:extLst xmlns:a="http://schemas.openxmlformats.org/drawingml/2006/main">
              <a:ext uri="{FF2B5EF4-FFF2-40B4-BE49-F238E27FC236}">
                <a16:creationId xmlns:a16="http://schemas.microsoft.com/office/drawing/2014/main" id="{DE71C124-A827-4AD6-8ADA-CDA7BB72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37" name="board1-row-0">
            <a:extLst xmlns:a="http://schemas.openxmlformats.org/drawingml/2006/main">
              <a:ext uri="{FF2B5EF4-FFF2-40B4-BE49-F238E27FC236}">
                <a16:creationId xmlns:a16="http://schemas.microsoft.com/office/drawing/2014/main" id="{25DC607D-18BD-4E91-921D-991EFDF8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526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38" name="board1-grid-row-1">
            <a:extLst xmlns:a="http://schemas.openxmlformats.org/drawingml/2006/main">
              <a:ext uri="{FF2B5EF4-FFF2-40B4-BE49-F238E27FC236}">
                <a16:creationId xmlns:a16="http://schemas.microsoft.com/office/drawing/2014/main" id="{A05C70CA-619F-4BCB-8116-6EC46E34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00313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9" name="board1-grid-col-1">
            <a:extLst xmlns:a="http://schemas.openxmlformats.org/drawingml/2006/main">
              <a:ext uri="{FF2B5EF4-FFF2-40B4-BE49-F238E27FC236}">
                <a16:creationId xmlns:a16="http://schemas.microsoft.com/office/drawing/2014/main" id="{D6A84DD3-B173-4DC8-91E4-FFA353EC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0" name="board1-column-1">
            <a:extLst xmlns:a="http://schemas.openxmlformats.org/drawingml/2006/main">
              <a:ext uri="{FF2B5EF4-FFF2-40B4-BE49-F238E27FC236}">
                <a16:creationId xmlns:a16="http://schemas.microsoft.com/office/drawing/2014/main" id="{3ABC98A4-DB46-4779-9EB2-FFC711D6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263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41" name="board1-row-1">
            <a:extLst xmlns:a="http://schemas.openxmlformats.org/drawingml/2006/main">
              <a:ext uri="{FF2B5EF4-FFF2-40B4-BE49-F238E27FC236}">
                <a16:creationId xmlns:a16="http://schemas.microsoft.com/office/drawing/2014/main" id="{5BD6C02A-AD0C-480D-BAEE-4DB0D3BE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479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42" name="board1-grid-row-2">
            <a:extLst xmlns:a="http://schemas.openxmlformats.org/drawingml/2006/main">
              <a:ext uri="{FF2B5EF4-FFF2-40B4-BE49-F238E27FC236}">
                <a16:creationId xmlns:a16="http://schemas.microsoft.com/office/drawing/2014/main" id="{777172A9-1E37-44F8-AB95-DC9DF916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95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3" name="board1-grid-col-2">
            <a:extLst xmlns:a="http://schemas.openxmlformats.org/drawingml/2006/main">
              <a:ext uri="{FF2B5EF4-FFF2-40B4-BE49-F238E27FC236}">
                <a16:creationId xmlns:a16="http://schemas.microsoft.com/office/drawing/2014/main" id="{BF1ADC7E-5B4B-47D6-A3E7-F5035C5F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4" name="board1-column-2">
            <a:extLst xmlns:a="http://schemas.openxmlformats.org/drawingml/2006/main">
              <a:ext uri="{FF2B5EF4-FFF2-40B4-BE49-F238E27FC236}">
                <a16:creationId xmlns:a16="http://schemas.microsoft.com/office/drawing/2014/main" id="{1E8C5C8D-93CC-4014-93FB-589A9DB7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45" name="board1-row-2">
            <a:extLst xmlns:a="http://schemas.openxmlformats.org/drawingml/2006/main">
              <a:ext uri="{FF2B5EF4-FFF2-40B4-BE49-F238E27FC236}">
                <a16:creationId xmlns:a16="http://schemas.microsoft.com/office/drawing/2014/main" id="{746A12A2-32FE-4407-A039-A94B949B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432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46" name="board1-grid-row-3">
            <a:extLst xmlns:a="http://schemas.openxmlformats.org/drawingml/2006/main">
              <a:ext uri="{FF2B5EF4-FFF2-40B4-BE49-F238E27FC236}">
                <a16:creationId xmlns:a16="http://schemas.microsoft.com/office/drawing/2014/main" id="{181D9716-097A-4184-816B-7E06C404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0938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7" name="board1-grid-col-3">
            <a:extLst xmlns:a="http://schemas.openxmlformats.org/drawingml/2006/main">
              <a:ext uri="{FF2B5EF4-FFF2-40B4-BE49-F238E27FC236}">
                <a16:creationId xmlns:a16="http://schemas.microsoft.com/office/drawing/2014/main" id="{70107C82-A2DA-485C-A889-DB274CA3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338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8" name="board1-column-3">
            <a:extLst xmlns:a="http://schemas.openxmlformats.org/drawingml/2006/main">
              <a:ext uri="{FF2B5EF4-FFF2-40B4-BE49-F238E27FC236}">
                <a16:creationId xmlns:a16="http://schemas.microsoft.com/office/drawing/2014/main" id="{001DE81B-89B2-4984-A6E8-E562B4A2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49" name="board1-row-3">
            <a:extLst xmlns:a="http://schemas.openxmlformats.org/drawingml/2006/main">
              <a:ext uri="{FF2B5EF4-FFF2-40B4-BE49-F238E27FC236}">
                <a16:creationId xmlns:a16="http://schemas.microsoft.com/office/drawing/2014/main" id="{D3D1D1B3-10F6-43EC-8851-E64EFBAF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38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50" name="board1-grid-row-4">
            <a:extLst xmlns:a="http://schemas.openxmlformats.org/drawingml/2006/main">
              <a:ext uri="{FF2B5EF4-FFF2-40B4-BE49-F238E27FC236}">
                <a16:creationId xmlns:a16="http://schemas.microsoft.com/office/drawing/2014/main" id="{110E7F9E-A49D-46D6-BE82-C8CE62FF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1" name="board1-grid-col-4">
            <a:extLst xmlns:a="http://schemas.openxmlformats.org/drawingml/2006/main">
              <a:ext uri="{FF2B5EF4-FFF2-40B4-BE49-F238E27FC236}">
                <a16:creationId xmlns:a16="http://schemas.microsoft.com/office/drawing/2014/main" id="{9712D053-A485-458E-8961-7C3F2121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2" name="board1-column-4">
            <a:extLst xmlns:a="http://schemas.openxmlformats.org/drawingml/2006/main">
              <a:ext uri="{FF2B5EF4-FFF2-40B4-BE49-F238E27FC236}">
                <a16:creationId xmlns:a16="http://schemas.microsoft.com/office/drawing/2014/main" id="{526271FC-B4A8-471A-9D5F-D237FD83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53" name="board1-row-4">
            <a:extLst xmlns:a="http://schemas.openxmlformats.org/drawingml/2006/main">
              <a:ext uri="{FF2B5EF4-FFF2-40B4-BE49-F238E27FC236}">
                <a16:creationId xmlns:a16="http://schemas.microsoft.com/office/drawing/2014/main" id="{72694CE3-44E7-41AD-8340-4CB7D2DD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33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54" name="board1-stone-B-r1c2">
            <a:extLst xmlns:a="http://schemas.openxmlformats.org/drawingml/2006/main">
              <a:ext uri="{FF2B5EF4-FFF2-40B4-BE49-F238E27FC236}">
                <a16:creationId xmlns:a16="http://schemas.microsoft.com/office/drawing/2014/main" id="{F9F64990-A5CA-4038-A5DE-2350560B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853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5" name="board1-stone-B-r2c1">
            <a:extLst xmlns:a="http://schemas.openxmlformats.org/drawingml/2006/main">
              <a:ext uri="{FF2B5EF4-FFF2-40B4-BE49-F238E27FC236}">
                <a16:creationId xmlns:a16="http://schemas.microsoft.com/office/drawing/2014/main" id="{6F88D365-834E-4F82-98E3-10EE1EA8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541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6" name="board1-stone-B-r2c3">
            <a:extLst xmlns:a="http://schemas.openxmlformats.org/drawingml/2006/main">
              <a:ext uri="{FF2B5EF4-FFF2-40B4-BE49-F238E27FC236}">
                <a16:creationId xmlns:a16="http://schemas.microsoft.com/office/drawing/2014/main" id="{4BCD5EF9-C77D-4861-87DC-335C229A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166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7" name="board1-stone-B-r3c2">
            <a:extLst xmlns:a="http://schemas.openxmlformats.org/drawingml/2006/main">
              <a:ext uri="{FF2B5EF4-FFF2-40B4-BE49-F238E27FC236}">
                <a16:creationId xmlns:a16="http://schemas.microsoft.com/office/drawing/2014/main" id="{2CB5A464-48F8-447D-88B4-2C8F5381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853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8" name="board1-move-number">
            <a:extLst xmlns:a="http://schemas.openxmlformats.org/drawingml/2006/main">
              <a:ext uri="{FF2B5EF4-FFF2-40B4-BE49-F238E27FC236}">
                <a16:creationId xmlns:a16="http://schemas.microsoft.com/office/drawing/2014/main" id="{7A2CB472-41AC-4DDB-A313-6C533742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416" y="2952750"/>
            <a:ext cx="273844" cy="291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88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88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59" name="comparison-body">
            <a:extLst xmlns:a="http://schemas.openxmlformats.org/drawingml/2006/main">
              <a:ext uri="{FF2B5EF4-FFF2-40B4-BE49-F238E27FC236}">
                <a16:creationId xmlns:a16="http://schemas.microsoft.com/office/drawing/2014/main" id="{FC15F5CA-BD3F-4F25-9BC7-7B54161D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打吃（atari）：整块恰好只剩 1 气。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黑 D3 后，C3 白子无气，被提走。</a:t>
            </a:r>
          </a:p>
        </p:txBody>
      </p:sp>
    </p:spTree>
    <p:extLst>
      <p:ext uri="{BB962C8B-B14F-4D97-AF65-F5344CB8AC3E}">
        <p14:creationId xmlns:p14="http://schemas.microsoft.com/office/powerpoint/2010/main" val="4440505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topic">
            <a:extLst xmlns:a="http://schemas.openxmlformats.org/drawingml/2006/main">
              <a:ext uri="{FF2B5EF4-FFF2-40B4-BE49-F238E27FC236}">
                <a16:creationId xmlns:a16="http://schemas.microsoft.com/office/drawing/2014/main" id="{A0C9DE45-A85F-4939-88F8-6E78AEE3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02  提子和打吃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8E38174-E6AC-4F1F-8D2B-5E6EAE0D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没有外气，就一定不能下吗？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AB3C44BA-D733-4CB3-9350-7C2D5BBF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08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09408093-0722-458B-ACD7-0237F7E6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关键对比</a:t>
            </a:r>
          </a:p>
        </p:txBody>
      </p:sp>
      <p:sp>
        <p:nvSpPr>
          <p:cNvPr id="5" name="caption0">
            <a:extLst xmlns:a="http://schemas.openxmlformats.org/drawingml/2006/main">
              <a:ext uri="{FF2B5EF4-FFF2-40B4-BE49-F238E27FC236}">
                <a16:creationId xmlns:a16="http://schemas.microsoft.com/office/drawing/2014/main" id="{30371DF7-A6EC-4C1E-A022-624743C3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33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黑先：准备尝试A5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AEE4EC0F-5DEE-4CDD-870B-D3F0C4DA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743075"/>
            <a:ext cx="2705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7A6465DC-CBD8-4744-A09B-0B425EB3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05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2A2DBCB9-735D-4B71-805E-60DD3CEE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2339331E-E7CC-491D-A3A4-4B1D5979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659E187C-ACCD-4802-8597-BD8444EC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526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EA6EB039-0E07-4E87-8943-28A2D8C3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00313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CBBA2FC8-92C6-4BEC-B42C-CA59DA4F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3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1B714B75-5480-457D-A52A-D1FF08EC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053EDF9D-49EA-440A-86A9-CC352D11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479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B4EE9D36-7A04-45E4-9C26-83A7C356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95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A83C1762-D698-4555-8BB6-3B7A3248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D832A2B6-57C2-4FC6-8183-E5F48573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A80A0947-9615-4994-903B-C375242F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432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4307D646-1BB9-4A32-94EF-4F418CFB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90938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E527708B-CEAC-4E2C-8EA3-8D718D13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838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53E40CC7-F344-4E0C-A154-C51046F2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388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561C1045-CB99-4E42-A837-E706B136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38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626CBA49-F46B-4018-BD4B-FF894A21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86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5743ED51-448C-49CF-9B6F-51A92D76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B0E6BBCF-B884-464C-ADBD-712B2395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63C94FC4-5C0C-4233-9F1B-046BE65B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33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W-r0c1">
            <a:extLst xmlns:a="http://schemas.openxmlformats.org/drawingml/2006/main">
              <a:ext uri="{FF2B5EF4-FFF2-40B4-BE49-F238E27FC236}">
                <a16:creationId xmlns:a16="http://schemas.microsoft.com/office/drawing/2014/main" id="{E9CB5E39-B472-43C2-B3DF-3A693833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041" y="1672828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0c2">
            <a:extLst xmlns:a="http://schemas.openxmlformats.org/drawingml/2006/main">
              <a:ext uri="{FF2B5EF4-FFF2-40B4-BE49-F238E27FC236}">
                <a16:creationId xmlns:a16="http://schemas.microsoft.com/office/drawing/2014/main" id="{00E01EFA-0E4A-42E2-BAA1-C3D09C50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1672828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W-r1c0">
            <a:extLst xmlns:a="http://schemas.openxmlformats.org/drawingml/2006/main">
              <a:ext uri="{FF2B5EF4-FFF2-40B4-BE49-F238E27FC236}">
                <a16:creationId xmlns:a16="http://schemas.microsoft.com/office/drawing/2014/main" id="{39735759-6379-4ED0-B9E4-701360F0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728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stone-B-r1c1">
            <a:extLst xmlns:a="http://schemas.openxmlformats.org/drawingml/2006/main">
              <a:ext uri="{FF2B5EF4-FFF2-40B4-BE49-F238E27FC236}">
                <a16:creationId xmlns:a16="http://schemas.microsoft.com/office/drawing/2014/main" id="{95803944-D072-4A8C-ACCF-18E22528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041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1" name="board0-stone-B-r2c0">
            <a:extLst xmlns:a="http://schemas.openxmlformats.org/drawingml/2006/main">
              <a:ext uri="{FF2B5EF4-FFF2-40B4-BE49-F238E27FC236}">
                <a16:creationId xmlns:a16="http://schemas.microsoft.com/office/drawing/2014/main" id="{D5AB0342-0849-47E6-B47D-7D78C3D3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728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2" name="caption1">
            <a:extLst xmlns:a="http://schemas.openxmlformats.org/drawingml/2006/main">
              <a:ext uri="{FF2B5EF4-FFF2-40B4-BE49-F238E27FC236}">
                <a16:creationId xmlns:a16="http://schemas.microsoft.com/office/drawing/2014/main" id="{CD94A1AE-922D-4066-B6DE-8A6466B9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33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黑A5后：先提子，再检查气</a:t>
            </a:r>
          </a:p>
        </p:txBody>
      </p:sp>
      <p:sp>
        <p:nvSpPr>
          <p:cNvPr id="33" name="board1-surface">
            <a:extLst xmlns:a="http://schemas.openxmlformats.org/drawingml/2006/main">
              <a:ext uri="{FF2B5EF4-FFF2-40B4-BE49-F238E27FC236}">
                <a16:creationId xmlns:a16="http://schemas.microsoft.com/office/drawing/2014/main" id="{657BF28A-F225-4900-9374-23345A44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743075"/>
            <a:ext cx="2705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34" name="board1-grid-row-0">
            <a:extLst xmlns:a="http://schemas.openxmlformats.org/drawingml/2006/main">
              <a:ext uri="{FF2B5EF4-FFF2-40B4-BE49-F238E27FC236}">
                <a16:creationId xmlns:a16="http://schemas.microsoft.com/office/drawing/2014/main" id="{CCFF17B6-A979-4191-A871-C28AF671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5" name="board1-grid-col-0">
            <a:extLst xmlns:a="http://schemas.openxmlformats.org/drawingml/2006/main">
              <a:ext uri="{FF2B5EF4-FFF2-40B4-BE49-F238E27FC236}">
                <a16:creationId xmlns:a16="http://schemas.microsoft.com/office/drawing/2014/main" id="{51F030C6-DA1C-445D-A1FC-4604C041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6" name="board1-column-0">
            <a:extLst xmlns:a="http://schemas.openxmlformats.org/drawingml/2006/main">
              <a:ext uri="{FF2B5EF4-FFF2-40B4-BE49-F238E27FC236}">
                <a16:creationId xmlns:a16="http://schemas.microsoft.com/office/drawing/2014/main" id="{E2F0779F-A7A4-49B3-8B22-A48A1E9E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37" name="board1-row-0">
            <a:extLst xmlns:a="http://schemas.openxmlformats.org/drawingml/2006/main">
              <a:ext uri="{FF2B5EF4-FFF2-40B4-BE49-F238E27FC236}">
                <a16:creationId xmlns:a16="http://schemas.microsoft.com/office/drawing/2014/main" id="{D502B322-6E33-4F1A-84D1-142664E1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526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38" name="board1-grid-row-1">
            <a:extLst xmlns:a="http://schemas.openxmlformats.org/drawingml/2006/main">
              <a:ext uri="{FF2B5EF4-FFF2-40B4-BE49-F238E27FC236}">
                <a16:creationId xmlns:a16="http://schemas.microsoft.com/office/drawing/2014/main" id="{B4C727B4-8C78-4C8F-8B0A-0D67B545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00313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9" name="board1-grid-col-1">
            <a:extLst xmlns:a="http://schemas.openxmlformats.org/drawingml/2006/main">
              <a:ext uri="{FF2B5EF4-FFF2-40B4-BE49-F238E27FC236}">
                <a16:creationId xmlns:a16="http://schemas.microsoft.com/office/drawing/2014/main" id="{4B34C343-1715-4451-A017-78CDA914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0" name="board1-column-1">
            <a:extLst xmlns:a="http://schemas.openxmlformats.org/drawingml/2006/main">
              <a:ext uri="{FF2B5EF4-FFF2-40B4-BE49-F238E27FC236}">
                <a16:creationId xmlns:a16="http://schemas.microsoft.com/office/drawing/2014/main" id="{D5D04ECB-83C5-4C6D-BDB2-E629F72A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263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41" name="board1-row-1">
            <a:extLst xmlns:a="http://schemas.openxmlformats.org/drawingml/2006/main">
              <a:ext uri="{FF2B5EF4-FFF2-40B4-BE49-F238E27FC236}">
                <a16:creationId xmlns:a16="http://schemas.microsoft.com/office/drawing/2014/main" id="{1B8FCF90-5986-4646-8DAF-46BF111D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479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42" name="board1-grid-row-2">
            <a:extLst xmlns:a="http://schemas.openxmlformats.org/drawingml/2006/main">
              <a:ext uri="{FF2B5EF4-FFF2-40B4-BE49-F238E27FC236}">
                <a16:creationId xmlns:a16="http://schemas.microsoft.com/office/drawing/2014/main" id="{77F195EA-A358-41CE-A161-7D1F1C17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95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3" name="board1-grid-col-2">
            <a:extLst xmlns:a="http://schemas.openxmlformats.org/drawingml/2006/main">
              <a:ext uri="{FF2B5EF4-FFF2-40B4-BE49-F238E27FC236}">
                <a16:creationId xmlns:a16="http://schemas.microsoft.com/office/drawing/2014/main" id="{C8FF0BEF-2C74-48C7-A60D-6FE76942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4" name="board1-column-2">
            <a:extLst xmlns:a="http://schemas.openxmlformats.org/drawingml/2006/main">
              <a:ext uri="{FF2B5EF4-FFF2-40B4-BE49-F238E27FC236}">
                <a16:creationId xmlns:a16="http://schemas.microsoft.com/office/drawing/2014/main" id="{ABB5C9E4-4A8E-44EA-8B0A-388715A4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45" name="board1-row-2">
            <a:extLst xmlns:a="http://schemas.openxmlformats.org/drawingml/2006/main">
              <a:ext uri="{FF2B5EF4-FFF2-40B4-BE49-F238E27FC236}">
                <a16:creationId xmlns:a16="http://schemas.microsoft.com/office/drawing/2014/main" id="{F1DEE5FE-D05E-419C-B1F6-6500A4F3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432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46" name="board1-grid-row-3">
            <a:extLst xmlns:a="http://schemas.openxmlformats.org/drawingml/2006/main">
              <a:ext uri="{FF2B5EF4-FFF2-40B4-BE49-F238E27FC236}">
                <a16:creationId xmlns:a16="http://schemas.microsoft.com/office/drawing/2014/main" id="{7366AA5E-C0B5-4897-873A-FB769DD7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0938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7" name="board1-grid-col-3">
            <a:extLst xmlns:a="http://schemas.openxmlformats.org/drawingml/2006/main">
              <a:ext uri="{FF2B5EF4-FFF2-40B4-BE49-F238E27FC236}">
                <a16:creationId xmlns:a16="http://schemas.microsoft.com/office/drawing/2014/main" id="{D1A5F64C-E654-47B1-86AD-56574E39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338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8" name="board1-column-3">
            <a:extLst xmlns:a="http://schemas.openxmlformats.org/drawingml/2006/main">
              <a:ext uri="{FF2B5EF4-FFF2-40B4-BE49-F238E27FC236}">
                <a16:creationId xmlns:a16="http://schemas.microsoft.com/office/drawing/2014/main" id="{E050D226-1E5A-4F66-876F-38F6C6E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49" name="board1-row-3">
            <a:extLst xmlns:a="http://schemas.openxmlformats.org/drawingml/2006/main">
              <a:ext uri="{FF2B5EF4-FFF2-40B4-BE49-F238E27FC236}">
                <a16:creationId xmlns:a16="http://schemas.microsoft.com/office/drawing/2014/main" id="{3867D148-89DF-4D0E-ADCA-98C030A5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38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50" name="board1-grid-row-4">
            <a:extLst xmlns:a="http://schemas.openxmlformats.org/drawingml/2006/main">
              <a:ext uri="{FF2B5EF4-FFF2-40B4-BE49-F238E27FC236}">
                <a16:creationId xmlns:a16="http://schemas.microsoft.com/office/drawing/2014/main" id="{FB5C9B8F-10CF-4252-83A0-03437359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1" name="board1-grid-col-4">
            <a:extLst xmlns:a="http://schemas.openxmlformats.org/drawingml/2006/main">
              <a:ext uri="{FF2B5EF4-FFF2-40B4-BE49-F238E27FC236}">
                <a16:creationId xmlns:a16="http://schemas.microsoft.com/office/drawing/2014/main" id="{E5490E67-3E3A-4531-95F2-4E1829C3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2" name="board1-column-4">
            <a:extLst xmlns:a="http://schemas.openxmlformats.org/drawingml/2006/main">
              <a:ext uri="{FF2B5EF4-FFF2-40B4-BE49-F238E27FC236}">
                <a16:creationId xmlns:a16="http://schemas.microsoft.com/office/drawing/2014/main" id="{0788C6F1-B992-4338-8857-F5E02D1D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53" name="board1-row-4">
            <a:extLst xmlns:a="http://schemas.openxmlformats.org/drawingml/2006/main">
              <a:ext uri="{FF2B5EF4-FFF2-40B4-BE49-F238E27FC236}">
                <a16:creationId xmlns:a16="http://schemas.microsoft.com/office/drawing/2014/main" id="{744D1816-46CB-4C7C-9594-D51975F1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33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54" name="board1-stone-B-r0c0">
            <a:extLst xmlns:a="http://schemas.openxmlformats.org/drawingml/2006/main">
              <a:ext uri="{FF2B5EF4-FFF2-40B4-BE49-F238E27FC236}">
                <a16:creationId xmlns:a16="http://schemas.microsoft.com/office/drawing/2014/main" id="{48316AFF-AB63-4774-9A44-60B29ABE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228" y="1672828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5" name="board1-stone-B-r0c2">
            <a:extLst xmlns:a="http://schemas.openxmlformats.org/drawingml/2006/main">
              <a:ext uri="{FF2B5EF4-FFF2-40B4-BE49-F238E27FC236}">
                <a16:creationId xmlns:a16="http://schemas.microsoft.com/office/drawing/2014/main" id="{D6E7D65B-B1E1-4B20-BC1A-2F4606EB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853" y="1672828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6" name="board1-stone-B-r1c1">
            <a:extLst xmlns:a="http://schemas.openxmlformats.org/drawingml/2006/main">
              <a:ext uri="{FF2B5EF4-FFF2-40B4-BE49-F238E27FC236}">
                <a16:creationId xmlns:a16="http://schemas.microsoft.com/office/drawing/2014/main" id="{F4B50754-228C-4CC0-9E0D-7FCCBD31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541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7" name="board1-stone-B-r2c0">
            <a:extLst xmlns:a="http://schemas.openxmlformats.org/drawingml/2006/main">
              <a:ext uri="{FF2B5EF4-FFF2-40B4-BE49-F238E27FC236}">
                <a16:creationId xmlns:a16="http://schemas.microsoft.com/office/drawing/2014/main" id="{1FC5C287-775F-4585-BC5E-48E31D4D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228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8" name="comparison-body">
            <a:extLst xmlns:a="http://schemas.openxmlformats.org/drawingml/2006/main">
              <a:ext uri="{FF2B5EF4-FFF2-40B4-BE49-F238E27FC236}">
                <a16:creationId xmlns:a16="http://schemas.microsoft.com/office/drawing/2014/main" id="{8AB3CF3D-6ACA-4678-AB0A-3D5943B9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黑 A5 暂放后，先提无气对方。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提走 B5、A4 后，黑 A5 获得气，合法。</a:t>
            </a:r>
          </a:p>
        </p:txBody>
      </p:sp>
    </p:spTree>
    <p:extLst>
      <p:ext uri="{BB962C8B-B14F-4D97-AF65-F5344CB8AC3E}">
        <p14:creationId xmlns:p14="http://schemas.microsoft.com/office/powerpoint/2010/main" val="14341648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opic">
            <a:extLst xmlns:a="http://schemas.openxmlformats.org/drawingml/2006/main">
              <a:ext uri="{FF2B5EF4-FFF2-40B4-BE49-F238E27FC236}">
                <a16:creationId xmlns:a16="http://schemas.microsoft.com/office/drawing/2014/main" id="{628BBD25-4618-4BF9-9041-DD5016C4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02  提子和打吃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EFA7C2-BE9D-408E-B990-8D24C160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这一手会移走几颗？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6BACB57C-CCB9-4EEC-B9EB-2CECC8E8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09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671AE87A-8EE0-41A3-A271-A6D381A0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成员尝试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BD7CDB77-818F-45FC-AC34-E18D114D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目标B5、C5；完整5×5练习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7E21678F-5229-4297-A797-1C536C51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2921A474-0CF6-42E0-9420-49531951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C6444178-F4F8-4464-A318-D7851A0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2D560C4B-A125-4806-B696-21590D48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70BE3E3C-1E5C-4447-B600-0D5B63A0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03A96AA1-9FF7-4C0E-9E89-D1D201DF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8ABACCC8-B14F-465C-8CBA-2285B6B3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D0CC4104-0FBC-4A7B-848B-DB8D2E63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62F59B86-7DCA-401A-856A-5F7BD398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038916B2-245F-434B-A7CB-FD7A2228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26ECB37D-C6C0-41FA-9417-3A7F747B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E0926D5F-91F6-4174-99CF-B6831B6E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EB487229-CCC0-462C-931B-F2FCE071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69E09962-6A5F-40C7-AAB1-C34D2375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91D42913-0B02-4C45-910C-FC7C9B55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5B8261A7-854E-4D8F-B706-862168D6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E71ADD74-D84C-4F03-9863-F3AE17B9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BDD06A29-E561-4EAF-8325-5538C254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3039EE73-C00A-4A96-A5C1-D39520F2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CAD66441-8C6C-4BDB-AC02-69F82F81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9AAC80BE-5A45-4096-B2FC-894DF383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B-r0c0">
            <a:extLst xmlns:a="http://schemas.openxmlformats.org/drawingml/2006/main">
              <a:ext uri="{FF2B5EF4-FFF2-40B4-BE49-F238E27FC236}">
                <a16:creationId xmlns:a16="http://schemas.microsoft.com/office/drawing/2014/main" id="{B07E3323-FEAC-441A-BC61-F24FE458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23" y="184989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1c1">
            <a:extLst xmlns:a="http://schemas.openxmlformats.org/drawingml/2006/main">
              <a:ext uri="{FF2B5EF4-FFF2-40B4-BE49-F238E27FC236}">
                <a16:creationId xmlns:a16="http://schemas.microsoft.com/office/drawing/2014/main" id="{AD958DCF-7A25-4FDC-AED4-37A6F7B6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B-r1c2">
            <a:extLst xmlns:a="http://schemas.openxmlformats.org/drawingml/2006/main">
              <a:ext uri="{FF2B5EF4-FFF2-40B4-BE49-F238E27FC236}">
                <a16:creationId xmlns:a16="http://schemas.microsoft.com/office/drawing/2014/main" id="{8963C881-4E5F-4D12-85E9-030FD500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stone-W-r0c1">
            <a:extLst xmlns:a="http://schemas.openxmlformats.org/drawingml/2006/main">
              <a:ext uri="{FF2B5EF4-FFF2-40B4-BE49-F238E27FC236}">
                <a16:creationId xmlns:a16="http://schemas.microsoft.com/office/drawing/2014/main" id="{6D1AC7BF-E307-441E-9A6F-04063536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184989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1" name="board0-stone-W-r0c2">
            <a:extLst xmlns:a="http://schemas.openxmlformats.org/drawingml/2006/main">
              <a:ext uri="{FF2B5EF4-FFF2-40B4-BE49-F238E27FC236}">
                <a16:creationId xmlns:a16="http://schemas.microsoft.com/office/drawing/2014/main" id="{65C3FF02-DA78-4F3F-9F16-693F5A30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184989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2" name="board0-target-r0c1">
            <a:extLst xmlns:a="http://schemas.openxmlformats.org/drawingml/2006/main">
              <a:ext uri="{FF2B5EF4-FFF2-40B4-BE49-F238E27FC236}">
                <a16:creationId xmlns:a16="http://schemas.microsoft.com/office/drawing/2014/main" id="{EFABAD76-360C-4CA7-AC77-B22F323D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731" y="2012918"/>
            <a:ext cx="279464" cy="279464"/>
          </a:xfrm>
          <a:custGeom xmlns:a="http://schemas.openxmlformats.org/drawingml/2006/main">
            <a:pathLst>
              <a:path w="279464" h="279464">
                <a:moveTo>
                  <a:pt x="139732" y="0"/>
                </a:moveTo>
                <a:lnTo>
                  <a:pt x="279464" y="279464"/>
                </a:lnTo>
                <a:lnTo>
                  <a:pt x="0" y="279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</a:ln>
        </p:spPr>
      </p:sp>
      <p:sp>
        <p:nvSpPr>
          <p:cNvPr id="33" name="board0-target-r0c2">
            <a:extLst xmlns:a="http://schemas.openxmlformats.org/drawingml/2006/main">
              <a:ext uri="{FF2B5EF4-FFF2-40B4-BE49-F238E27FC236}">
                <a16:creationId xmlns:a16="http://schemas.microsoft.com/office/drawing/2014/main" id="{23FF5B7B-D638-421C-A9BD-86052585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018" y="2012918"/>
            <a:ext cx="279464" cy="279464"/>
          </a:xfrm>
          <a:custGeom xmlns:a="http://schemas.openxmlformats.org/drawingml/2006/main">
            <a:pathLst>
              <a:path w="279464" h="279464">
                <a:moveTo>
                  <a:pt x="139732" y="0"/>
                </a:moveTo>
                <a:lnTo>
                  <a:pt x="279464" y="279464"/>
                </a:lnTo>
                <a:lnTo>
                  <a:pt x="0" y="279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</a:ln>
        </p:spPr>
      </p:sp>
      <p:sp>
        <p:nvSpPr>
          <p:cNvPr id="34" name="body-0">
            <a:extLst xmlns:a="http://schemas.openxmlformats.org/drawingml/2006/main">
              <a:ext uri="{FF2B5EF4-FFF2-40B4-BE49-F238E27FC236}">
                <a16:creationId xmlns:a16="http://schemas.microsoft.com/office/drawing/2014/main" id="{CD0F0065-D79E-48AC-88EE-F7912EBA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黑先，本手提掉全部 △ 白子。</a:t>
            </a:r>
          </a:p>
        </p:txBody>
      </p:sp>
      <p:sp>
        <p:nvSpPr>
          <p:cNvPr id="35" name="body-1">
            <a:extLst xmlns:a="http://schemas.openxmlformats.org/drawingml/2006/main">
              <a:ext uri="{FF2B5EF4-FFF2-40B4-BE49-F238E27FC236}">
                <a16:creationId xmlns:a16="http://schemas.microsoft.com/office/drawing/2014/main" id="{9A904B72-79EE-483F-98B1-6A61F9FF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先找整块唯一的气。</a:t>
            </a:r>
          </a:p>
        </p:txBody>
      </p:sp>
      <p:sp>
        <p:nvSpPr>
          <p:cNvPr id="36" name="body-2">
            <a:extLst xmlns:a="http://schemas.openxmlformats.org/drawingml/2006/main">
              <a:ext uri="{FF2B5EF4-FFF2-40B4-BE49-F238E27FC236}">
                <a16:creationId xmlns:a16="http://schemas.microsoft.com/office/drawing/2014/main" id="{AE8339FE-FA5C-48AF-B753-1FAE035C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说出落点与预计提子数。</a:t>
            </a:r>
          </a:p>
        </p:txBody>
      </p:sp>
    </p:spTree>
    <p:extLst>
      <p:ext uri="{BB962C8B-B14F-4D97-AF65-F5344CB8AC3E}">
        <p14:creationId xmlns:p14="http://schemas.microsoft.com/office/powerpoint/2010/main" val="12561490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ic">
            <a:extLst xmlns:a="http://schemas.openxmlformats.org/drawingml/2006/main">
              <a:ext uri="{FF2B5EF4-FFF2-40B4-BE49-F238E27FC236}">
                <a16:creationId xmlns:a16="http://schemas.microsoft.com/office/drawing/2014/main" id="{69109F35-E50A-4CB2-B6C0-BB6D55E4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02  提子和打吃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42FD4C3-BCF3-45B3-A093-26B7EEB5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开始一轮吃子小游戏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35366361-A733-43D0-ADA1-03E2511D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10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873F18AB-7B78-497C-B6A0-DB1B9045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转入对弈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A634FF38-AF75-43FF-A4D7-C9DCC12C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完整5×5小棋盘练习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E45E1CF9-1731-418B-8262-DD94602E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41A76DCA-38BB-4E91-9F40-50ABA5ED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47C4EECA-7D87-498E-AAE6-B4633136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67333603-7A0B-46D0-A357-E916AD4E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60643227-3724-4164-934B-7120AEF6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E99C57BF-D31B-42DA-84C1-8074C343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5D39622B-6C91-46D9-9B41-0C7ED159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7C654358-58AD-4BB5-B509-2C637E04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CF771942-6638-4999-85CD-8083D103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C409DEAB-06FD-4903-897D-7D6FB5A6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CEE4509E-4867-4D6B-A5C1-B123022E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FBCFDFBF-90A1-4A40-89CC-993A6E38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4FC0E703-244C-457F-9308-CBCCEA1D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A3718CEA-F376-4358-AA22-97BC3A83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83CC8117-4473-42CF-B425-82BB427F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CDBF6EC0-BE58-4ED8-90C2-EFE6AF40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2861924E-B3E1-4E31-8953-C023F9D0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D09350DB-C847-494F-9C4C-29BB7929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2D2205DE-ED70-4507-893B-74A25F0C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31364F23-807E-4C94-9B66-893D7332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6D14F6F9-B043-4137-9D02-AF62C14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dy-0">
            <a:extLst xmlns:a="http://schemas.openxmlformats.org/drawingml/2006/main">
              <a:ext uri="{FF2B5EF4-FFF2-40B4-BE49-F238E27FC236}">
                <a16:creationId xmlns:a16="http://schemas.microsoft.com/office/drawing/2014/main" id="{BB62C265-AFD1-402F-8B52-6BBCB35B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吃子小游戏（capture-first）：</a:t>
            </a:r>
          </a:p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首次成功提子即获胜。</a:t>
            </a:r>
          </a:p>
        </p:txBody>
      </p:sp>
      <p:sp>
        <p:nvSpPr>
          <p:cNvPr id="28" name="body-1">
            <a:extLst xmlns:a="http://schemas.openxmlformats.org/drawingml/2006/main">
              <a:ext uri="{FF2B5EF4-FFF2-40B4-BE49-F238E27FC236}">
                <a16:creationId xmlns:a16="http://schemas.microsoft.com/office/drawing/2014/main" id="{62AE3E88-C8EE-42CF-8BFD-E82CEC4F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33725"/>
            <a:ext cx="547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连续两次停手，本轮无胜者，可重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开。</a:t>
            </a:r>
          </a:p>
        </p:txBody>
      </p:sp>
      <p:sp>
        <p:nvSpPr>
          <p:cNvPr id="29" name="body-2">
            <a:extLst xmlns:a="http://schemas.openxmlformats.org/drawingml/2006/main">
              <a:ext uri="{FF2B5EF4-FFF2-40B4-BE49-F238E27FC236}">
                <a16:creationId xmlns:a16="http://schemas.microsoft.com/office/drawing/2014/main" id="{07AD4375-E3F2-43CB-8249-203F646F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1005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本轮不以面积分决定胜负。</a:t>
            </a:r>
          </a:p>
        </p:txBody>
      </p:sp>
    </p:spTree>
    <p:extLst>
      <p:ext uri="{BB962C8B-B14F-4D97-AF65-F5344CB8AC3E}">
        <p14:creationId xmlns:p14="http://schemas.microsoft.com/office/powerpoint/2010/main" val="15786538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opic">
            <a:extLst xmlns:a="http://schemas.openxmlformats.org/drawingml/2006/main">
              <a:ext uri="{FF2B5EF4-FFF2-40B4-BE49-F238E27FC236}">
                <a16:creationId xmlns:a16="http://schemas.microsoft.com/office/drawing/2014/main" id="{1A198650-D98E-4879-9D8A-4D0B8357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03  完成第一盘9×9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267E71E-A82B-4CCB-A7F2-C6E2B9D9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提得多，就一定赢了吗？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51653F5-DE43-4680-ACDC-C3B93778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11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87DE860C-7B59-44DE-887B-F3550CA4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引入问题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D149CB9E-1EEF-4ED0-87E6-A7D494A9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完整5×5计分练习；先回答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87C78971-0CB4-49F6-9FE1-8DDB548E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75647197-B29E-45CC-ACD1-9A56A942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F34F7B69-09B0-4F66-A09D-82EA6E7D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1DB42C80-C207-435B-BE13-8944CA69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1FF687E8-FC3C-4967-B0B0-582AB2CA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3F50BCFF-7DAC-44EB-9FE7-81897859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4BA01F1D-68D6-40F6-A958-BC0E4487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2E35FBDB-3E91-4B69-8B2E-6532E2AB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6C5123EF-78BD-4AED-A6E0-6DA4D46A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3D98EEC4-D9C0-482C-9EAD-88DEAD11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96190408-7A45-4C9A-A6CC-05E8E862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8A497744-4745-445D-8CC4-4864F07C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0BE78144-9B7C-4DAE-AFBD-FE863675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4D0EB0DC-831F-4703-AD02-4EAD035E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2C325999-E029-48C7-96E6-EB9B73A4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F479CF0D-EF59-4B5D-B8BC-88C5D3F3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EE7B7F20-F820-4E05-86EC-093669DA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A12379EF-6963-43C2-AFF4-A44F59B9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282405EA-7268-4CF9-9FA5-799CA182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13F5FE8B-9FFE-4532-B9F1-7A8391EF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DF727E96-E236-400C-A41C-E48F841A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B-r0c0">
            <a:extLst xmlns:a="http://schemas.openxmlformats.org/drawingml/2006/main">
              <a:ext uri="{FF2B5EF4-FFF2-40B4-BE49-F238E27FC236}">
                <a16:creationId xmlns:a16="http://schemas.microsoft.com/office/drawing/2014/main" id="{2E4336D5-DF77-4A7E-9271-99D9B5BE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23" y="184989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0c2">
            <a:extLst xmlns:a="http://schemas.openxmlformats.org/drawingml/2006/main">
              <a:ext uri="{FF2B5EF4-FFF2-40B4-BE49-F238E27FC236}">
                <a16:creationId xmlns:a16="http://schemas.microsoft.com/office/drawing/2014/main" id="{C2FE13DC-BBBB-47CE-A180-F4F051AB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184989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B-r0c4">
            <a:extLst xmlns:a="http://schemas.openxmlformats.org/drawingml/2006/main">
              <a:ext uri="{FF2B5EF4-FFF2-40B4-BE49-F238E27FC236}">
                <a16:creationId xmlns:a16="http://schemas.microsoft.com/office/drawing/2014/main" id="{7B04901F-92AE-4C7F-97DE-82ADBA99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73" y="184989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stone-B-r1c0">
            <a:extLst xmlns:a="http://schemas.openxmlformats.org/drawingml/2006/main">
              <a:ext uri="{FF2B5EF4-FFF2-40B4-BE49-F238E27FC236}">
                <a16:creationId xmlns:a16="http://schemas.microsoft.com/office/drawing/2014/main" id="{092650AB-0257-42B0-884B-03B0066A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23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1" name="board0-stone-B-r1c1">
            <a:extLst xmlns:a="http://schemas.openxmlformats.org/drawingml/2006/main">
              <a:ext uri="{FF2B5EF4-FFF2-40B4-BE49-F238E27FC236}">
                <a16:creationId xmlns:a16="http://schemas.microsoft.com/office/drawing/2014/main" id="{102FC8BA-3F4B-481D-B642-2F1BABF1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2" name="board0-stone-B-r1c2">
            <a:extLst xmlns:a="http://schemas.openxmlformats.org/drawingml/2006/main">
              <a:ext uri="{FF2B5EF4-FFF2-40B4-BE49-F238E27FC236}">
                <a16:creationId xmlns:a16="http://schemas.microsoft.com/office/drawing/2014/main" id="{15009DAE-FFE5-46A5-ACFE-FAFB4B62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3" name="board0-stone-B-r1c3">
            <a:extLst xmlns:a="http://schemas.openxmlformats.org/drawingml/2006/main">
              <a:ext uri="{FF2B5EF4-FFF2-40B4-BE49-F238E27FC236}">
                <a16:creationId xmlns:a16="http://schemas.microsoft.com/office/drawing/2014/main" id="{8ED49A78-AD89-4611-8371-9369036E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4" name="board0-stone-B-r1c4">
            <a:extLst xmlns:a="http://schemas.openxmlformats.org/drawingml/2006/main">
              <a:ext uri="{FF2B5EF4-FFF2-40B4-BE49-F238E27FC236}">
                <a16:creationId xmlns:a16="http://schemas.microsoft.com/office/drawing/2014/main" id="{083BBE18-BB4B-4A66-B174-58ADF921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73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5" name="board0-stone-W-r2c0">
            <a:extLst xmlns:a="http://schemas.openxmlformats.org/drawingml/2006/main">
              <a:ext uri="{FF2B5EF4-FFF2-40B4-BE49-F238E27FC236}">
                <a16:creationId xmlns:a16="http://schemas.microsoft.com/office/drawing/2014/main" id="{8A22DC0A-DB50-4A8E-A46D-9B7DE507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23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6" name="board0-stone-W-r2c1">
            <a:extLst xmlns:a="http://schemas.openxmlformats.org/drawingml/2006/main">
              <a:ext uri="{FF2B5EF4-FFF2-40B4-BE49-F238E27FC236}">
                <a16:creationId xmlns:a16="http://schemas.microsoft.com/office/drawing/2014/main" id="{E9B2FC78-054D-42E7-8EB3-E74489A8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7" name="board0-stone-W-r2c2">
            <a:extLst xmlns:a="http://schemas.openxmlformats.org/drawingml/2006/main">
              <a:ext uri="{FF2B5EF4-FFF2-40B4-BE49-F238E27FC236}">
                <a16:creationId xmlns:a16="http://schemas.microsoft.com/office/drawing/2014/main" id="{6A5761D9-EDCE-4E77-802D-3F0136B2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8" name="board0-stone-W-r2c3">
            <a:extLst xmlns:a="http://schemas.openxmlformats.org/drawingml/2006/main">
              <a:ext uri="{FF2B5EF4-FFF2-40B4-BE49-F238E27FC236}">
                <a16:creationId xmlns:a16="http://schemas.microsoft.com/office/drawing/2014/main" id="{E7549F0B-8EC6-40D8-9A39-D3BCB531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9" name="board0-stone-W-r2c4">
            <a:extLst xmlns:a="http://schemas.openxmlformats.org/drawingml/2006/main">
              <a:ext uri="{FF2B5EF4-FFF2-40B4-BE49-F238E27FC236}">
                <a16:creationId xmlns:a16="http://schemas.microsoft.com/office/drawing/2014/main" id="{8D2EB086-8B9D-4DCD-B03A-E10A1FE8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73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0" name="board0-stone-W-r3c0">
            <a:extLst xmlns:a="http://schemas.openxmlformats.org/drawingml/2006/main">
              <a:ext uri="{FF2B5EF4-FFF2-40B4-BE49-F238E27FC236}">
                <a16:creationId xmlns:a16="http://schemas.microsoft.com/office/drawing/2014/main" id="{6578BF1A-10E6-471C-A4C8-5FE59D6C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23" y="4178760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1" name="board0-stone-W-r3c1">
            <a:extLst xmlns:a="http://schemas.openxmlformats.org/drawingml/2006/main">
              <a:ext uri="{FF2B5EF4-FFF2-40B4-BE49-F238E27FC236}">
                <a16:creationId xmlns:a16="http://schemas.microsoft.com/office/drawing/2014/main" id="{EC8A0AC5-FB21-4E52-A67A-879C99AF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4178760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2" name="board0-stone-W-r3c2">
            <a:extLst xmlns:a="http://schemas.openxmlformats.org/drawingml/2006/main">
              <a:ext uri="{FF2B5EF4-FFF2-40B4-BE49-F238E27FC236}">
                <a16:creationId xmlns:a16="http://schemas.microsoft.com/office/drawing/2014/main" id="{07254422-ADB9-497C-B6BA-A657A3B9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4178760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3" name="board0-stone-W-r3c3">
            <a:extLst xmlns:a="http://schemas.openxmlformats.org/drawingml/2006/main">
              <a:ext uri="{FF2B5EF4-FFF2-40B4-BE49-F238E27FC236}">
                <a16:creationId xmlns:a16="http://schemas.microsoft.com/office/drawing/2014/main" id="{995050FE-B7E8-41F9-B457-6213290A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4178760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4" name="board0-stone-W-r3c4">
            <a:extLst xmlns:a="http://schemas.openxmlformats.org/drawingml/2006/main">
              <a:ext uri="{FF2B5EF4-FFF2-40B4-BE49-F238E27FC236}">
                <a16:creationId xmlns:a16="http://schemas.microsoft.com/office/drawing/2014/main" id="{4270C6ED-C45D-45ED-AB05-EEE2381E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73" y="4178760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5" name="board0-stone-W-r4c0">
            <a:extLst xmlns:a="http://schemas.openxmlformats.org/drawingml/2006/main">
              <a:ext uri="{FF2B5EF4-FFF2-40B4-BE49-F238E27FC236}">
                <a16:creationId xmlns:a16="http://schemas.microsoft.com/office/drawing/2014/main" id="{91275D4C-36F8-4E46-8C92-1434F2EC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23" y="495504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6" name="board0-stone-W-r4c2">
            <a:extLst xmlns:a="http://schemas.openxmlformats.org/drawingml/2006/main">
              <a:ext uri="{FF2B5EF4-FFF2-40B4-BE49-F238E27FC236}">
                <a16:creationId xmlns:a16="http://schemas.microsoft.com/office/drawing/2014/main" id="{17591E17-7571-443C-A711-5187F21E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495504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7" name="board0-stone-W-r4c4">
            <a:extLst xmlns:a="http://schemas.openxmlformats.org/drawingml/2006/main">
              <a:ext uri="{FF2B5EF4-FFF2-40B4-BE49-F238E27FC236}">
                <a16:creationId xmlns:a16="http://schemas.microsoft.com/office/drawing/2014/main" id="{460B74C1-0FBE-49DD-A910-8015015C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73" y="495504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8" name="body-0">
            <a:extLst xmlns:a="http://schemas.openxmlformats.org/drawingml/2006/main">
              <a:ext uri="{FF2B5EF4-FFF2-40B4-BE49-F238E27FC236}">
                <a16:creationId xmlns:a16="http://schemas.microsoft.com/office/drawing/2014/main" id="{FFED2361-F5EE-430D-B531-99D6D1F7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比较标签：黑提12，白提1。</a:t>
            </a:r>
          </a:p>
        </p:txBody>
      </p:sp>
      <p:sp>
        <p:nvSpPr>
          <p:cNvPr id="49" name="body-1">
            <a:extLst xmlns:a="http://schemas.openxmlformats.org/drawingml/2006/main">
              <a:ext uri="{FF2B5EF4-FFF2-40B4-BE49-F238E27FC236}">
                <a16:creationId xmlns:a16="http://schemas.microsoft.com/office/drawing/2014/main" id="{B78ABF43-5D83-471D-973F-3E47AE14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它能决定完整围棋的胜负吗？</a:t>
            </a:r>
          </a:p>
        </p:txBody>
      </p:sp>
      <p:sp>
        <p:nvSpPr>
          <p:cNvPr id="50" name="body-2">
            <a:extLst xmlns:a="http://schemas.openxmlformats.org/drawingml/2006/main">
              <a:ext uri="{FF2B5EF4-FFF2-40B4-BE49-F238E27FC236}">
                <a16:creationId xmlns:a16="http://schemas.microsoft.com/office/drawing/2014/main" id="{A8DBB8DF-3F0E-4E9D-B104-AD97C69D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教学假设：其余棋子按活子计。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贴目0；账本不是真实棋谱。</a:t>
            </a:r>
          </a:p>
        </p:txBody>
      </p:sp>
    </p:spTree>
    <p:extLst>
      <p:ext uri="{BB962C8B-B14F-4D97-AF65-F5344CB8AC3E}">
        <p14:creationId xmlns:p14="http://schemas.microsoft.com/office/powerpoint/2010/main" val="6749169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ic">
            <a:extLst xmlns:a="http://schemas.openxmlformats.org/drawingml/2006/main">
              <a:ext uri="{FF2B5EF4-FFF2-40B4-BE49-F238E27FC236}">
                <a16:creationId xmlns:a16="http://schemas.microsoft.com/office/drawing/2014/main" id="{241E7FEE-879E-49D2-90D5-AA4D0204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03  完成第一盘9×9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2B653D1-A66A-49E3-9291-B9430736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双停后，一起确认再计分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786D391C-D4C1-4F58-A9C0-D04D6D48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12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C236C1A5-C689-4729-8EBB-1D540DA9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直观示例</a:t>
            </a:r>
          </a:p>
        </p:txBody>
      </p:sp>
      <p:sp>
        <p:nvSpPr>
          <p:cNvPr id="5" name="process-0">
            <a:extLst xmlns:a="http://schemas.openxmlformats.org/drawingml/2006/main">
              <a:ext uri="{FF2B5EF4-FFF2-40B4-BE49-F238E27FC236}">
                <a16:creationId xmlns:a16="http://schemas.microsoft.com/office/drawing/2014/main" id="{1597C911-11F8-4FC2-90CD-2D6125BF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1  连续两次停手（pass），进入终局确认。</a:t>
            </a:r>
          </a:p>
        </p:txBody>
      </p:sp>
      <p:sp>
        <p:nvSpPr>
          <p:cNvPr id="6" name="process-1">
            <a:extLst xmlns:a="http://schemas.openxmlformats.org/drawingml/2006/main">
              <a:ext uri="{FF2B5EF4-FFF2-40B4-BE49-F238E27FC236}">
                <a16:creationId xmlns:a16="http://schemas.microsoft.com/office/drawing/2014/main" id="{104EC4A2-57C0-4F9C-BF6E-42420B16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2  双方核对死子和中立点；有争议继续下。</a:t>
            </a:r>
          </a:p>
        </p:txBody>
      </p:sp>
      <p:sp>
        <p:nvSpPr>
          <p:cNvPr id="7" name="process-2">
            <a:extLst xmlns:a="http://schemas.openxmlformats.org/drawingml/2006/main">
              <a:ext uri="{FF2B5EF4-FFF2-40B4-BE49-F238E27FC236}">
                <a16:creationId xmlns:a16="http://schemas.microsoft.com/office/drawing/2014/main" id="{73216042-D4E6-4D44-A00F-BF422DCB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3  移除确认死子后，计算面积（area scoring）。</a:t>
            </a:r>
          </a:p>
        </p:txBody>
      </p:sp>
      <p:sp>
        <p:nvSpPr>
          <p:cNvPr id="8" name="process-3">
            <a:extLst xmlns:a="http://schemas.openxmlformats.org/drawingml/2006/main">
              <a:ext uri="{FF2B5EF4-FFF2-40B4-BE49-F238E27FC236}">
                <a16:creationId xmlns:a16="http://schemas.microsoft.com/office/drawing/2014/main" id="{867F191A-C67D-41FF-B2D8-182157C3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黑：活子＋黑围空</a:t>
            </a:r>
          </a:p>
          <a:p xmlns:a="http://schemas.openxmlformats.org/drawingml/2006/main">
            <a:pPr algn="l">
              <a:defRPr sz="27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白：活子＋白围空＋开局贴目</a:t>
            </a:r>
          </a:p>
        </p:txBody>
      </p:sp>
      <p:sp>
        <p:nvSpPr>
          <p:cNvPr id="9" name="process-note">
            <a:extLst xmlns:a="http://schemas.openxmlformats.org/drawingml/2006/main">
              <a:ext uri="{FF2B5EF4-FFF2-40B4-BE49-F238E27FC236}">
                <a16:creationId xmlns:a16="http://schemas.microsoft.com/office/drawing/2014/main" id="{7E2F9AF2-5E89-4FD3-A27A-FFE3B27C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0贴目是教学默认；提子数不额外加分。</a:t>
            </a:r>
          </a:p>
        </p:txBody>
      </p:sp>
    </p:spTree>
    <p:extLst>
      <p:ext uri="{BB962C8B-B14F-4D97-AF65-F5344CB8AC3E}">
        <p14:creationId xmlns:p14="http://schemas.microsoft.com/office/powerpoint/2010/main" val="12721555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topic">
            <a:extLst xmlns:a="http://schemas.openxmlformats.org/drawingml/2006/main">
              <a:ext uri="{FF2B5EF4-FFF2-40B4-BE49-F238E27FC236}">
                <a16:creationId xmlns:a16="http://schemas.microsoft.com/office/drawing/2014/main" id="{37F3A75F-4CCC-4A27-8949-EFB2B54A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03  完成第一盘9×9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949B30C-CB8A-4A94-B026-8DC7E51D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白方能立即回提吗？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932751D-9066-4BCA-B847-E30700A2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13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CBF13CA2-8D84-4062-81EE-BE75ABA7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关键对比</a:t>
            </a:r>
          </a:p>
        </p:txBody>
      </p:sp>
      <p:sp>
        <p:nvSpPr>
          <p:cNvPr id="5" name="caption0">
            <a:extLst xmlns:a="http://schemas.openxmlformats.org/drawingml/2006/main">
              <a:ext uri="{FF2B5EF4-FFF2-40B4-BE49-F238E27FC236}">
                <a16:creationId xmlns:a16="http://schemas.microsoft.com/office/drawing/2014/main" id="{71CF43C6-147C-4BAC-9DC3-46E1FF35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33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黑D3落子前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AEC86C78-2CBA-4824-859C-29D4500C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743075"/>
            <a:ext cx="2705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6A49AA9C-203C-4306-AEDC-43B5AD06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05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FD3F3ED1-D1A8-4885-9881-72BB1C03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AB230ADB-A076-449F-9B98-46113410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33D88726-7C65-4769-A353-874EEAD2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526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FE93967C-B7DC-4841-9955-89AB2F00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00313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67ACF41F-082E-437F-A117-C3E3C0D3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3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87E2A269-856D-4062-8A8A-B40A35E0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31B7E29E-0F67-4EE0-9D9B-8B7BF453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479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D89659B7-41CC-4F7E-A787-CD4EB687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95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71C60A6D-5AAE-41B5-BEC2-47626FF3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FF56C5EE-A76D-4883-85B9-1CFEDC4B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F9BA67B4-DF91-4E99-BE00-3D7279D9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432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BDB0C5D9-E851-43B6-9735-77711E9A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90938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BEEE788F-513F-474E-9C96-AA7AC0E9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838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B918213C-D928-4E02-B3A0-D387A1E4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388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DCD71785-5447-471E-B4AA-E1DC0261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38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2381BC51-CC43-43B3-AFD4-6CCA6138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86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6C2E3227-54C7-4565-8A53-E8AD7676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74DCFBD3-DC9E-4D7C-BE5F-E4473D4C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AA0DAEF4-4B5F-4C21-AC46-60BBA1FE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33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B-r1c2">
            <a:extLst xmlns:a="http://schemas.openxmlformats.org/drawingml/2006/main">
              <a:ext uri="{FF2B5EF4-FFF2-40B4-BE49-F238E27FC236}">
                <a16:creationId xmlns:a16="http://schemas.microsoft.com/office/drawing/2014/main" id="{AAA3AD3D-E024-43C0-A1D7-B2E09B53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W-r1c3">
            <a:extLst xmlns:a="http://schemas.openxmlformats.org/drawingml/2006/main">
              <a:ext uri="{FF2B5EF4-FFF2-40B4-BE49-F238E27FC236}">
                <a16:creationId xmlns:a16="http://schemas.microsoft.com/office/drawing/2014/main" id="{38845D0A-A422-49FF-89DC-EB5BE570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666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B-r2c1">
            <a:extLst xmlns:a="http://schemas.openxmlformats.org/drawingml/2006/main">
              <a:ext uri="{FF2B5EF4-FFF2-40B4-BE49-F238E27FC236}">
                <a16:creationId xmlns:a16="http://schemas.microsoft.com/office/drawing/2014/main" id="{168C0FC2-7121-44B2-835F-6EBB9C35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041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stone-W-r2c2">
            <a:extLst xmlns:a="http://schemas.openxmlformats.org/drawingml/2006/main">
              <a:ext uri="{FF2B5EF4-FFF2-40B4-BE49-F238E27FC236}">
                <a16:creationId xmlns:a16="http://schemas.microsoft.com/office/drawing/2014/main" id="{ED5E81E4-CE70-451A-A8A2-C366017B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1" name="board0-stone-W-r2c4">
            <a:extLst xmlns:a="http://schemas.openxmlformats.org/drawingml/2006/main">
              <a:ext uri="{FF2B5EF4-FFF2-40B4-BE49-F238E27FC236}">
                <a16:creationId xmlns:a16="http://schemas.microsoft.com/office/drawing/2014/main" id="{EB475AD1-3541-47E3-A766-4ADAE400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978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2" name="board0-stone-B-r3c2">
            <a:extLst xmlns:a="http://schemas.openxmlformats.org/drawingml/2006/main">
              <a:ext uri="{FF2B5EF4-FFF2-40B4-BE49-F238E27FC236}">
                <a16:creationId xmlns:a16="http://schemas.microsoft.com/office/drawing/2014/main" id="{65792A58-F44F-4220-B63F-14D2D11D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3" name="board0-stone-W-r3c3">
            <a:extLst xmlns:a="http://schemas.openxmlformats.org/drawingml/2006/main">
              <a:ext uri="{FF2B5EF4-FFF2-40B4-BE49-F238E27FC236}">
                <a16:creationId xmlns:a16="http://schemas.microsoft.com/office/drawing/2014/main" id="{DBCA6FFE-A655-4A13-9386-5AB20CA7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666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4" name="caption1">
            <a:extLst xmlns:a="http://schemas.openxmlformats.org/drawingml/2006/main">
              <a:ext uri="{FF2B5EF4-FFF2-40B4-BE49-F238E27FC236}">
                <a16:creationId xmlns:a16="http://schemas.microsoft.com/office/drawing/2014/main" id="{27180C94-4051-4387-9EDC-572AA638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33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黑D3提子后</a:t>
            </a:r>
          </a:p>
        </p:txBody>
      </p:sp>
      <p:sp>
        <p:nvSpPr>
          <p:cNvPr id="35" name="board1-surface">
            <a:extLst xmlns:a="http://schemas.openxmlformats.org/drawingml/2006/main">
              <a:ext uri="{FF2B5EF4-FFF2-40B4-BE49-F238E27FC236}">
                <a16:creationId xmlns:a16="http://schemas.microsoft.com/office/drawing/2014/main" id="{8114879B-9918-47CD-89BD-CCAA894E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743075"/>
            <a:ext cx="2705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36" name="board1-grid-row-0">
            <a:extLst xmlns:a="http://schemas.openxmlformats.org/drawingml/2006/main">
              <a:ext uri="{FF2B5EF4-FFF2-40B4-BE49-F238E27FC236}">
                <a16:creationId xmlns:a16="http://schemas.microsoft.com/office/drawing/2014/main" id="{0AE8979F-B92E-4F63-AB72-1F666932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7" name="board1-grid-col-0">
            <a:extLst xmlns:a="http://schemas.openxmlformats.org/drawingml/2006/main">
              <a:ext uri="{FF2B5EF4-FFF2-40B4-BE49-F238E27FC236}">
                <a16:creationId xmlns:a16="http://schemas.microsoft.com/office/drawing/2014/main" id="{C1449E4D-E2A9-40DD-8CFC-E60B386F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8" name="board1-column-0">
            <a:extLst xmlns:a="http://schemas.openxmlformats.org/drawingml/2006/main">
              <a:ext uri="{FF2B5EF4-FFF2-40B4-BE49-F238E27FC236}">
                <a16:creationId xmlns:a16="http://schemas.microsoft.com/office/drawing/2014/main" id="{5A312D52-1F61-4B99-A8A0-C06BD2A0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39" name="board1-row-0">
            <a:extLst xmlns:a="http://schemas.openxmlformats.org/drawingml/2006/main">
              <a:ext uri="{FF2B5EF4-FFF2-40B4-BE49-F238E27FC236}">
                <a16:creationId xmlns:a16="http://schemas.microsoft.com/office/drawing/2014/main" id="{7A7278AA-EBBB-42FB-9C1B-8858E762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526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40" name="board1-grid-row-1">
            <a:extLst xmlns:a="http://schemas.openxmlformats.org/drawingml/2006/main">
              <a:ext uri="{FF2B5EF4-FFF2-40B4-BE49-F238E27FC236}">
                <a16:creationId xmlns:a16="http://schemas.microsoft.com/office/drawing/2014/main" id="{E7AA42E3-DA98-4FD8-A63E-D963CB7D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00313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1" name="board1-grid-col-1">
            <a:extLst xmlns:a="http://schemas.openxmlformats.org/drawingml/2006/main">
              <a:ext uri="{FF2B5EF4-FFF2-40B4-BE49-F238E27FC236}">
                <a16:creationId xmlns:a16="http://schemas.microsoft.com/office/drawing/2014/main" id="{976CFF46-0B4C-49A5-8B01-2EEEAE90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2" name="board1-column-1">
            <a:extLst xmlns:a="http://schemas.openxmlformats.org/drawingml/2006/main">
              <a:ext uri="{FF2B5EF4-FFF2-40B4-BE49-F238E27FC236}">
                <a16:creationId xmlns:a16="http://schemas.microsoft.com/office/drawing/2014/main" id="{A5884902-77C3-4485-9B59-8861EB45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263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43" name="board1-row-1">
            <a:extLst xmlns:a="http://schemas.openxmlformats.org/drawingml/2006/main">
              <a:ext uri="{FF2B5EF4-FFF2-40B4-BE49-F238E27FC236}">
                <a16:creationId xmlns:a16="http://schemas.microsoft.com/office/drawing/2014/main" id="{1B3F2AA3-4F63-471B-B525-AA3A0CE5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479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44" name="board1-grid-row-2">
            <a:extLst xmlns:a="http://schemas.openxmlformats.org/drawingml/2006/main">
              <a:ext uri="{FF2B5EF4-FFF2-40B4-BE49-F238E27FC236}">
                <a16:creationId xmlns:a16="http://schemas.microsoft.com/office/drawing/2014/main" id="{B893B445-25B4-42B5-94AC-5703BB08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95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5" name="board1-grid-col-2">
            <a:extLst xmlns:a="http://schemas.openxmlformats.org/drawingml/2006/main">
              <a:ext uri="{FF2B5EF4-FFF2-40B4-BE49-F238E27FC236}">
                <a16:creationId xmlns:a16="http://schemas.microsoft.com/office/drawing/2014/main" id="{5B6E1DFC-2CA4-475C-8A6D-C2CCE848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6" name="board1-column-2">
            <a:extLst xmlns:a="http://schemas.openxmlformats.org/drawingml/2006/main">
              <a:ext uri="{FF2B5EF4-FFF2-40B4-BE49-F238E27FC236}">
                <a16:creationId xmlns:a16="http://schemas.microsoft.com/office/drawing/2014/main" id="{6937B5FC-437A-429C-B2DC-ABE7C158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47" name="board1-row-2">
            <a:extLst xmlns:a="http://schemas.openxmlformats.org/drawingml/2006/main">
              <a:ext uri="{FF2B5EF4-FFF2-40B4-BE49-F238E27FC236}">
                <a16:creationId xmlns:a16="http://schemas.microsoft.com/office/drawing/2014/main" id="{86989234-FAD3-4EC1-B3FD-04A0101A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432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48" name="board1-grid-row-3">
            <a:extLst xmlns:a="http://schemas.openxmlformats.org/drawingml/2006/main">
              <a:ext uri="{FF2B5EF4-FFF2-40B4-BE49-F238E27FC236}">
                <a16:creationId xmlns:a16="http://schemas.microsoft.com/office/drawing/2014/main" id="{51777DA7-7C49-4140-8FD2-BAF06B2E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0938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9" name="board1-grid-col-3">
            <a:extLst xmlns:a="http://schemas.openxmlformats.org/drawingml/2006/main">
              <a:ext uri="{FF2B5EF4-FFF2-40B4-BE49-F238E27FC236}">
                <a16:creationId xmlns:a16="http://schemas.microsoft.com/office/drawing/2014/main" id="{C58C376E-951B-4A8A-8425-86966B6C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338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0" name="board1-column-3">
            <a:extLst xmlns:a="http://schemas.openxmlformats.org/drawingml/2006/main">
              <a:ext uri="{FF2B5EF4-FFF2-40B4-BE49-F238E27FC236}">
                <a16:creationId xmlns:a16="http://schemas.microsoft.com/office/drawing/2014/main" id="{461CCAF4-3BDE-4E78-8444-660545BB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51" name="board1-row-3">
            <a:extLst xmlns:a="http://schemas.openxmlformats.org/drawingml/2006/main">
              <a:ext uri="{FF2B5EF4-FFF2-40B4-BE49-F238E27FC236}">
                <a16:creationId xmlns:a16="http://schemas.microsoft.com/office/drawing/2014/main" id="{E569BC19-B789-4066-AEFA-7BF3EF22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38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52" name="board1-grid-row-4">
            <a:extLst xmlns:a="http://schemas.openxmlformats.org/drawingml/2006/main">
              <a:ext uri="{FF2B5EF4-FFF2-40B4-BE49-F238E27FC236}">
                <a16:creationId xmlns:a16="http://schemas.microsoft.com/office/drawing/2014/main" id="{4757E1DF-3FCA-4A9F-A600-68190230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3" name="board1-grid-col-4">
            <a:extLst xmlns:a="http://schemas.openxmlformats.org/drawingml/2006/main">
              <a:ext uri="{FF2B5EF4-FFF2-40B4-BE49-F238E27FC236}">
                <a16:creationId xmlns:a16="http://schemas.microsoft.com/office/drawing/2014/main" id="{CE67D4B2-984F-4706-85E1-5EC40BCB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4" name="board1-column-4">
            <a:extLst xmlns:a="http://schemas.openxmlformats.org/drawingml/2006/main">
              <a:ext uri="{FF2B5EF4-FFF2-40B4-BE49-F238E27FC236}">
                <a16:creationId xmlns:a16="http://schemas.microsoft.com/office/drawing/2014/main" id="{7D6CA8AC-F99A-4EEF-9A2B-08AC81AB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55" name="board1-row-4">
            <a:extLst xmlns:a="http://schemas.openxmlformats.org/drawingml/2006/main">
              <a:ext uri="{FF2B5EF4-FFF2-40B4-BE49-F238E27FC236}">
                <a16:creationId xmlns:a16="http://schemas.microsoft.com/office/drawing/2014/main" id="{6F8ED5BE-1200-4D29-831D-0963A615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33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56" name="board1-stone-B-r1c2">
            <a:extLst xmlns:a="http://schemas.openxmlformats.org/drawingml/2006/main">
              <a:ext uri="{FF2B5EF4-FFF2-40B4-BE49-F238E27FC236}">
                <a16:creationId xmlns:a16="http://schemas.microsoft.com/office/drawing/2014/main" id="{FB7C068B-F843-4E01-8952-5F781257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853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7" name="board1-stone-W-r1c3">
            <a:extLst xmlns:a="http://schemas.openxmlformats.org/drawingml/2006/main">
              <a:ext uri="{FF2B5EF4-FFF2-40B4-BE49-F238E27FC236}">
                <a16:creationId xmlns:a16="http://schemas.microsoft.com/office/drawing/2014/main" id="{569298CD-6AE6-490D-B44B-425FAE20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166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8" name="board1-stone-B-r2c1">
            <a:extLst xmlns:a="http://schemas.openxmlformats.org/drawingml/2006/main">
              <a:ext uri="{FF2B5EF4-FFF2-40B4-BE49-F238E27FC236}">
                <a16:creationId xmlns:a16="http://schemas.microsoft.com/office/drawing/2014/main" id="{BAF5CEED-E79A-4FF0-98E3-DDD6765B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541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9" name="board1-stone-B-r2c3">
            <a:extLst xmlns:a="http://schemas.openxmlformats.org/drawingml/2006/main">
              <a:ext uri="{FF2B5EF4-FFF2-40B4-BE49-F238E27FC236}">
                <a16:creationId xmlns:a16="http://schemas.microsoft.com/office/drawing/2014/main" id="{6D1074F2-81CA-424B-A2FA-EE0964DE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166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60" name="board1-stone-W-r2c4">
            <a:extLst xmlns:a="http://schemas.openxmlformats.org/drawingml/2006/main">
              <a:ext uri="{FF2B5EF4-FFF2-40B4-BE49-F238E27FC236}">
                <a16:creationId xmlns:a16="http://schemas.microsoft.com/office/drawing/2014/main" id="{5190E7FD-8AB8-4CDD-B4D8-D22DD779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2478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61" name="board1-stone-B-r3c2">
            <a:extLst xmlns:a="http://schemas.openxmlformats.org/drawingml/2006/main">
              <a:ext uri="{FF2B5EF4-FFF2-40B4-BE49-F238E27FC236}">
                <a16:creationId xmlns:a16="http://schemas.microsoft.com/office/drawing/2014/main" id="{0DC120F8-E406-428B-A23A-E9633F84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853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62" name="board1-stone-W-r3c3">
            <a:extLst xmlns:a="http://schemas.openxmlformats.org/drawingml/2006/main">
              <a:ext uri="{FF2B5EF4-FFF2-40B4-BE49-F238E27FC236}">
                <a16:creationId xmlns:a16="http://schemas.microsoft.com/office/drawing/2014/main" id="{1D2D4CC0-EE23-4E46-B522-9D1A393C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166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63" name="comparison-body">
            <a:extLst xmlns:a="http://schemas.openxmlformats.org/drawingml/2006/main">
              <a:ext uri="{FF2B5EF4-FFF2-40B4-BE49-F238E27FC236}">
                <a16:creationId xmlns:a16="http://schemas.microsoft.com/office/drawing/2014/main" id="{8B83EC52-BA73-4CCE-A081-8D86728B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黑 D3 提走 C3 白子后，轮到白方。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若白 C3 回提，会重现哪幅棋盘？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先比较完整布局，再作判断。</a:t>
            </a:r>
          </a:p>
        </p:txBody>
      </p:sp>
    </p:spTree>
    <p:extLst>
      <p:ext uri="{BB962C8B-B14F-4D97-AF65-F5344CB8AC3E}">
        <p14:creationId xmlns:p14="http://schemas.microsoft.com/office/powerpoint/2010/main" val="12285179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topic">
            <a:extLst xmlns:a="http://schemas.openxmlformats.org/drawingml/2006/main">
              <a:ext uri="{FF2B5EF4-FFF2-40B4-BE49-F238E27FC236}">
                <a16:creationId xmlns:a16="http://schemas.microsoft.com/office/drawing/2014/main" id="{1D1DF1DE-E18D-41CD-A1D0-D066CA58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03  完成第一盘9×9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D206B00-A0A8-4333-BAD9-378C053A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活子、围空、中立，怎样数？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01BDBD04-5BA7-4EE6-B48A-0B194E68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14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16E048F5-172F-4D63-9303-357817E4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成员尝试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3B34D29B-EB4A-4A86-9EE8-01A980C0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完整5×5计分练习；先找空区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EFBECA96-BD9B-4E18-AB7F-39C679CE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580FB370-8726-4013-A195-A5F8E136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985B1EC7-F9F8-4D20-B15B-6AF33943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DCA41E7E-8F8F-419C-AFCD-D67016AA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072C429C-9FED-40D2-85D0-F2FFAB0B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77EB13E9-A0E8-4324-8439-2ADA937F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6E2EEEEA-1414-424E-95A2-C5AA5C08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FACBCB52-EA13-4757-B7DF-6E1217B9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E59890FA-23E6-4847-8524-05A18467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7B974362-FA65-48A2-8E9A-93F58CA8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5D0412ED-87F9-45E4-B57B-304A64C8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293940B5-462A-4CC1-B019-D6BBB96F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986D7568-5D7E-471F-8D9C-1ACE782C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C11B1326-2794-49DA-8AC1-43A3954C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F43AD563-5AED-4D75-A807-3B98728B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03012749-7F61-44DC-AB76-8CB55847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6252B5DE-C542-4A14-8190-882EC6E1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EA4C8994-8651-408A-8518-8F9325AF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4D53BDE9-D2C4-47EC-8138-223D6AA2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C8267A30-8A1A-4474-887A-51AF5A70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1E2096FC-90B8-4561-B277-47D240CD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B-r0c0">
            <a:extLst xmlns:a="http://schemas.openxmlformats.org/drawingml/2006/main">
              <a:ext uri="{FF2B5EF4-FFF2-40B4-BE49-F238E27FC236}">
                <a16:creationId xmlns:a16="http://schemas.microsoft.com/office/drawing/2014/main" id="{2FE785AF-FD6B-435E-AF59-51F72D16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23" y="184989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0c2">
            <a:extLst xmlns:a="http://schemas.openxmlformats.org/drawingml/2006/main">
              <a:ext uri="{FF2B5EF4-FFF2-40B4-BE49-F238E27FC236}">
                <a16:creationId xmlns:a16="http://schemas.microsoft.com/office/drawing/2014/main" id="{E9457EC4-82B4-47E8-834B-4A681182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184989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B-r0c4">
            <a:extLst xmlns:a="http://schemas.openxmlformats.org/drawingml/2006/main">
              <a:ext uri="{FF2B5EF4-FFF2-40B4-BE49-F238E27FC236}">
                <a16:creationId xmlns:a16="http://schemas.microsoft.com/office/drawing/2014/main" id="{48008427-2774-47DD-AFF1-9B2DFFAD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73" y="184989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stone-B-r1c0">
            <a:extLst xmlns:a="http://schemas.openxmlformats.org/drawingml/2006/main">
              <a:ext uri="{FF2B5EF4-FFF2-40B4-BE49-F238E27FC236}">
                <a16:creationId xmlns:a16="http://schemas.microsoft.com/office/drawing/2014/main" id="{F212D400-721A-4FD7-B394-438729EC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23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1" name="board0-stone-B-r1c1">
            <a:extLst xmlns:a="http://schemas.openxmlformats.org/drawingml/2006/main">
              <a:ext uri="{FF2B5EF4-FFF2-40B4-BE49-F238E27FC236}">
                <a16:creationId xmlns:a16="http://schemas.microsoft.com/office/drawing/2014/main" id="{5B522645-2754-4806-8D85-B2C9D294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2" name="board0-stone-B-r1c2">
            <a:extLst xmlns:a="http://schemas.openxmlformats.org/drawingml/2006/main">
              <a:ext uri="{FF2B5EF4-FFF2-40B4-BE49-F238E27FC236}">
                <a16:creationId xmlns:a16="http://schemas.microsoft.com/office/drawing/2014/main" id="{42411E62-3E95-46A8-B21B-DDAF2146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3" name="board0-stone-B-r1c3">
            <a:extLst xmlns:a="http://schemas.openxmlformats.org/drawingml/2006/main">
              <a:ext uri="{FF2B5EF4-FFF2-40B4-BE49-F238E27FC236}">
                <a16:creationId xmlns:a16="http://schemas.microsoft.com/office/drawing/2014/main" id="{BEDCADC7-B62C-4A4B-BE0B-5568202C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4" name="board0-stone-B-r1c4">
            <a:extLst xmlns:a="http://schemas.openxmlformats.org/drawingml/2006/main">
              <a:ext uri="{FF2B5EF4-FFF2-40B4-BE49-F238E27FC236}">
                <a16:creationId xmlns:a16="http://schemas.microsoft.com/office/drawing/2014/main" id="{99658A45-6B60-4361-8B50-13816A09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73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5" name="board0-stone-W-r3c0">
            <a:extLst xmlns:a="http://schemas.openxmlformats.org/drawingml/2006/main">
              <a:ext uri="{FF2B5EF4-FFF2-40B4-BE49-F238E27FC236}">
                <a16:creationId xmlns:a16="http://schemas.microsoft.com/office/drawing/2014/main" id="{C0405A37-21C3-48F7-BBFD-906AB5EE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23" y="4178760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6" name="board0-stone-W-r3c1">
            <a:extLst xmlns:a="http://schemas.openxmlformats.org/drawingml/2006/main">
              <a:ext uri="{FF2B5EF4-FFF2-40B4-BE49-F238E27FC236}">
                <a16:creationId xmlns:a16="http://schemas.microsoft.com/office/drawing/2014/main" id="{372DDF54-94D1-414E-9320-74EA6E45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4178760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7" name="board0-stone-W-r3c2">
            <a:extLst xmlns:a="http://schemas.openxmlformats.org/drawingml/2006/main">
              <a:ext uri="{FF2B5EF4-FFF2-40B4-BE49-F238E27FC236}">
                <a16:creationId xmlns:a16="http://schemas.microsoft.com/office/drawing/2014/main" id="{D7BF8526-C255-474E-9077-BAF414B5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4178760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8" name="board0-stone-W-r3c3">
            <a:extLst xmlns:a="http://schemas.openxmlformats.org/drawingml/2006/main">
              <a:ext uri="{FF2B5EF4-FFF2-40B4-BE49-F238E27FC236}">
                <a16:creationId xmlns:a16="http://schemas.microsoft.com/office/drawing/2014/main" id="{6FCD6FA4-98CD-4E70-9268-F0569BE6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4178760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9" name="board0-stone-W-r3c4">
            <a:extLst xmlns:a="http://schemas.openxmlformats.org/drawingml/2006/main">
              <a:ext uri="{FF2B5EF4-FFF2-40B4-BE49-F238E27FC236}">
                <a16:creationId xmlns:a16="http://schemas.microsoft.com/office/drawing/2014/main" id="{9B8DFE57-CDA0-4171-9496-4FDBCC24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73" y="4178760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0" name="board0-stone-W-r4c0">
            <a:extLst xmlns:a="http://schemas.openxmlformats.org/drawingml/2006/main">
              <a:ext uri="{FF2B5EF4-FFF2-40B4-BE49-F238E27FC236}">
                <a16:creationId xmlns:a16="http://schemas.microsoft.com/office/drawing/2014/main" id="{6B48B233-87D8-4537-9503-6DD200B0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23" y="495504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1" name="board0-stone-W-r4c2">
            <a:extLst xmlns:a="http://schemas.openxmlformats.org/drawingml/2006/main">
              <a:ext uri="{FF2B5EF4-FFF2-40B4-BE49-F238E27FC236}">
                <a16:creationId xmlns:a16="http://schemas.microsoft.com/office/drawing/2014/main" id="{2E734B7E-4B0F-4F28-BE5D-A7FC7CE7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495504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2" name="board0-stone-W-r4c4">
            <a:extLst xmlns:a="http://schemas.openxmlformats.org/drawingml/2006/main">
              <a:ext uri="{FF2B5EF4-FFF2-40B4-BE49-F238E27FC236}">
                <a16:creationId xmlns:a16="http://schemas.microsoft.com/office/drawing/2014/main" id="{10FFD7A0-5CF0-4F36-9C97-E8666F76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73" y="495504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3" name="body-0">
            <a:extLst xmlns:a="http://schemas.openxmlformats.org/drawingml/2006/main">
              <a:ext uri="{FF2B5EF4-FFF2-40B4-BE49-F238E27FC236}">
                <a16:creationId xmlns:a16="http://schemas.microsoft.com/office/drawing/2014/main" id="{9A633B2D-0C6F-48F8-B3BF-E99486EF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黑活子＋黑围空＝？</a:t>
            </a:r>
          </a:p>
        </p:txBody>
      </p:sp>
      <p:sp>
        <p:nvSpPr>
          <p:cNvPr id="44" name="body-1">
            <a:extLst xmlns:a="http://schemas.openxmlformats.org/drawingml/2006/main">
              <a:ext uri="{FF2B5EF4-FFF2-40B4-BE49-F238E27FC236}">
                <a16:creationId xmlns:a16="http://schemas.microsoft.com/office/drawing/2014/main" id="{5C483D34-789E-4627-890E-5E8DA3F4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白活子＋白围空＋贴目＝？</a:t>
            </a:r>
          </a:p>
        </p:txBody>
      </p:sp>
      <p:sp>
        <p:nvSpPr>
          <p:cNvPr id="45" name="body-2">
            <a:extLst xmlns:a="http://schemas.openxmlformats.org/drawingml/2006/main">
              <a:ext uri="{FF2B5EF4-FFF2-40B4-BE49-F238E27FC236}">
                <a16:creationId xmlns:a16="http://schemas.microsoft.com/office/drawing/2014/main" id="{6683FC14-7309-4B93-AD94-A2B8823A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哪些空点属于中立点？</a:t>
            </a:r>
          </a:p>
        </p:txBody>
      </p:sp>
      <p:sp>
        <p:nvSpPr>
          <p:cNvPr id="46" name="body-3">
            <a:extLst xmlns:a="http://schemas.openxmlformats.org/drawingml/2006/main">
              <a:ext uri="{FF2B5EF4-FFF2-40B4-BE49-F238E27FC236}">
                <a16:creationId xmlns:a16="http://schemas.microsoft.com/office/drawing/2014/main" id="{30671D2F-FAD9-4AB4-913C-EF1800B6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14800"/>
            <a:ext cx="547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教学假设：全体棋子按活子计。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贴目0；算例并非实战终局。</a:t>
            </a:r>
          </a:p>
        </p:txBody>
      </p:sp>
    </p:spTree>
    <p:extLst>
      <p:ext uri="{BB962C8B-B14F-4D97-AF65-F5344CB8AC3E}">
        <p14:creationId xmlns:p14="http://schemas.microsoft.com/office/powerpoint/2010/main" val="8817526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topic">
            <a:extLst xmlns:a="http://schemas.openxmlformats.org/drawingml/2006/main">
              <a:ext uri="{FF2B5EF4-FFF2-40B4-BE49-F238E27FC236}">
                <a16:creationId xmlns:a16="http://schemas.microsoft.com/office/drawing/2014/main" id="{030644F9-A8EB-4334-9549-DA7BC5F3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03  完成第一盘9×9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13C5985-B2D3-4C77-9720-92C85FA3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完整9×9，从空盘开始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40274E2A-2FB0-4B9D-BA0C-3F583712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15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E9BAAF0C-6157-46BA-81A0-144A1B2B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转入对弈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C17BADC6-117C-4245-A5A9-0143EB9E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完整9×9；与首提即止的小游戏区分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D3D5CB2F-95EB-4B80-9A66-CF9944C3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A6AD4041-76E5-4590-9FE8-452C4A70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A89E53A2-0EDD-4DB0-8193-8807157D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FD8A3AA9-4773-4992-A407-0D64422B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91ED10C3-3841-4713-8F50-AB722211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7B4C6409-24AE-45C5-91AA-533886BB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540794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45135FAB-24EC-4C71-B4DC-678BA17D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319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400FBE7C-ACB6-4F25-B66D-DF6266C1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869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CDFA3F96-33C8-4E06-84DF-6C752151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88394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AE4E9E8F-BCB6-4378-AC28-CFDFECF9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E09DD251-E2A6-4235-BE1E-18F4179B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18C780C7-1520-4071-BF59-E1ECC4D8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62FA374A-11CF-4EE1-A74E-0ED80286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597BE01A-562C-4530-970F-ACB8A8B1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317081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5AE095F0-588F-4AC3-AF1F-C1265031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606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EDC2ECD6-AB3C-4EFE-83FB-5C79A2A6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156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1194CFA7-29F6-450A-A24D-1ABB6D42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64681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A4F34C1A-A1A6-41FA-804C-7B981801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6881A314-ACFC-402D-9562-21CCB1CC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4F72EDC5-86A3-48FE-A6CE-555191A9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D25833E1-D8F0-423C-AC03-FB8E4DD6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27" name="board0-grid-row-5">
            <a:extLst xmlns:a="http://schemas.openxmlformats.org/drawingml/2006/main">
              <a:ext uri="{FF2B5EF4-FFF2-40B4-BE49-F238E27FC236}">
                <a16:creationId xmlns:a16="http://schemas.microsoft.com/office/drawing/2014/main" id="{F4CC2AB9-A56F-4211-BA89-9E5AE6FC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093369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8" name="board0-grid-col-5">
            <a:extLst xmlns:a="http://schemas.openxmlformats.org/drawingml/2006/main">
              <a:ext uri="{FF2B5EF4-FFF2-40B4-BE49-F238E27FC236}">
                <a16:creationId xmlns:a16="http://schemas.microsoft.com/office/drawing/2014/main" id="{EE5C6D12-3F4D-4BE9-A87E-08EC1E8A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894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9" name="board0-column-5">
            <a:extLst xmlns:a="http://schemas.openxmlformats.org/drawingml/2006/main">
              <a:ext uri="{FF2B5EF4-FFF2-40B4-BE49-F238E27FC236}">
                <a16:creationId xmlns:a16="http://schemas.microsoft.com/office/drawing/2014/main" id="{59FEFDC3-9124-454B-A21C-C3108992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444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F</a:t>
            </a:r>
          </a:p>
        </p:txBody>
      </p:sp>
      <p:sp>
        <p:nvSpPr>
          <p:cNvPr id="30" name="board0-row-5">
            <a:extLst xmlns:a="http://schemas.openxmlformats.org/drawingml/2006/main">
              <a:ext uri="{FF2B5EF4-FFF2-40B4-BE49-F238E27FC236}">
                <a16:creationId xmlns:a16="http://schemas.microsoft.com/office/drawing/2014/main" id="{6E94270D-F5C1-43EE-9147-EDC1A675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40969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31" name="board0-grid-row-6">
            <a:extLst xmlns:a="http://schemas.openxmlformats.org/drawingml/2006/main">
              <a:ext uri="{FF2B5EF4-FFF2-40B4-BE49-F238E27FC236}">
                <a16:creationId xmlns:a16="http://schemas.microsoft.com/office/drawing/2014/main" id="{256E286D-BC96-4F1D-9085-73B9E153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2" name="board0-grid-col-6">
            <a:extLst xmlns:a="http://schemas.openxmlformats.org/drawingml/2006/main">
              <a:ext uri="{FF2B5EF4-FFF2-40B4-BE49-F238E27FC236}">
                <a16:creationId xmlns:a16="http://schemas.microsoft.com/office/drawing/2014/main" id="{42FC4617-3318-4D54-8014-8CAB7D72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3" name="board0-column-6">
            <a:extLst xmlns:a="http://schemas.openxmlformats.org/drawingml/2006/main">
              <a:ext uri="{FF2B5EF4-FFF2-40B4-BE49-F238E27FC236}">
                <a16:creationId xmlns:a16="http://schemas.microsoft.com/office/drawing/2014/main" id="{28D492A8-1E1B-4F43-BF7A-F1E9762D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</a:t>
            </a:r>
          </a:p>
        </p:txBody>
      </p:sp>
      <p:sp>
        <p:nvSpPr>
          <p:cNvPr id="34" name="board0-row-6">
            <a:extLst xmlns:a="http://schemas.openxmlformats.org/drawingml/2006/main">
              <a:ext uri="{FF2B5EF4-FFF2-40B4-BE49-F238E27FC236}">
                <a16:creationId xmlns:a16="http://schemas.microsoft.com/office/drawing/2014/main" id="{8B1B649C-7D8D-4721-BF2E-691545CE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35" name="board0-grid-row-7">
            <a:extLst xmlns:a="http://schemas.openxmlformats.org/drawingml/2006/main">
              <a:ext uri="{FF2B5EF4-FFF2-40B4-BE49-F238E27FC236}">
                <a16:creationId xmlns:a16="http://schemas.microsoft.com/office/drawing/2014/main" id="{2EC902AC-FCF3-43B4-9397-7F60BE5C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869656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6" name="board0-grid-col-7">
            <a:extLst xmlns:a="http://schemas.openxmlformats.org/drawingml/2006/main">
              <a:ext uri="{FF2B5EF4-FFF2-40B4-BE49-F238E27FC236}">
                <a16:creationId xmlns:a16="http://schemas.microsoft.com/office/drawing/2014/main" id="{CA653441-EBF1-4FA6-B702-A2221ECE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181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7" name="board0-column-7">
            <a:extLst xmlns:a="http://schemas.openxmlformats.org/drawingml/2006/main">
              <a:ext uri="{FF2B5EF4-FFF2-40B4-BE49-F238E27FC236}">
                <a16:creationId xmlns:a16="http://schemas.microsoft.com/office/drawing/2014/main" id="{169F9B82-0929-4436-AB06-777F4913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731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H</a:t>
            </a:r>
          </a:p>
        </p:txBody>
      </p:sp>
      <p:sp>
        <p:nvSpPr>
          <p:cNvPr id="38" name="board0-row-7">
            <a:extLst xmlns:a="http://schemas.openxmlformats.org/drawingml/2006/main">
              <a:ext uri="{FF2B5EF4-FFF2-40B4-BE49-F238E27FC236}">
                <a16:creationId xmlns:a16="http://schemas.microsoft.com/office/drawing/2014/main" id="{0563F07E-9C23-45E3-842A-B6DF0F2E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7256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39" name="board0-grid-row-8">
            <a:extLst xmlns:a="http://schemas.openxmlformats.org/drawingml/2006/main">
              <a:ext uri="{FF2B5EF4-FFF2-40B4-BE49-F238E27FC236}">
                <a16:creationId xmlns:a16="http://schemas.microsoft.com/office/drawing/2014/main" id="{553E4F26-3960-4753-B5A7-7D5D4499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0" name="board0-grid-col-8">
            <a:extLst xmlns:a="http://schemas.openxmlformats.org/drawingml/2006/main">
              <a:ext uri="{FF2B5EF4-FFF2-40B4-BE49-F238E27FC236}">
                <a16:creationId xmlns:a16="http://schemas.microsoft.com/office/drawing/2014/main" id="{A95661CD-3F39-4917-A033-299F69E1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1" name="board0-column-8">
            <a:extLst xmlns:a="http://schemas.openxmlformats.org/drawingml/2006/main">
              <a:ext uri="{FF2B5EF4-FFF2-40B4-BE49-F238E27FC236}">
                <a16:creationId xmlns:a16="http://schemas.microsoft.com/office/drawing/2014/main" id="{0841FC89-699B-44D5-893D-7DC5C230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J</a:t>
            </a:r>
          </a:p>
        </p:txBody>
      </p:sp>
      <p:sp>
        <p:nvSpPr>
          <p:cNvPr id="42" name="board0-row-8">
            <a:extLst xmlns:a="http://schemas.openxmlformats.org/drawingml/2006/main">
              <a:ext uri="{FF2B5EF4-FFF2-40B4-BE49-F238E27FC236}">
                <a16:creationId xmlns:a16="http://schemas.microsoft.com/office/drawing/2014/main" id="{32A4787A-D6E7-4C19-8503-FA149FB5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43" name="body-0">
            <a:extLst xmlns:a="http://schemas.openxmlformats.org/drawingml/2006/main">
              <a:ext uri="{FF2B5EF4-FFF2-40B4-BE49-F238E27FC236}">
                <a16:creationId xmlns:a16="http://schemas.microsoft.com/office/drawing/2014/main" id="{81D772F3-EFBD-4625-98FC-08BECB31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完整围棋：确认后比较面积。</a:t>
            </a:r>
          </a:p>
        </p:txBody>
      </p:sp>
      <p:sp>
        <p:nvSpPr>
          <p:cNvPr id="44" name="body-1">
            <a:extLst xmlns:a="http://schemas.openxmlformats.org/drawingml/2006/main">
              <a:ext uri="{FF2B5EF4-FFF2-40B4-BE49-F238E27FC236}">
                <a16:creationId xmlns:a16="http://schemas.microsoft.com/office/drawing/2014/main" id="{B9E1B98C-99AE-4100-8FAD-D25EABD3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开局贴目默认0，允许和棋。</a:t>
            </a:r>
          </a:p>
        </p:txBody>
      </p:sp>
      <p:sp>
        <p:nvSpPr>
          <p:cNvPr id="45" name="body-2">
            <a:extLst xmlns:a="http://schemas.openxmlformats.org/drawingml/2006/main">
              <a:ext uri="{FF2B5EF4-FFF2-40B4-BE49-F238E27FC236}">
                <a16:creationId xmlns:a16="http://schemas.microsoft.com/office/drawing/2014/main" id="{44519EAE-7710-4AF4-A03F-2B48E062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双停后共同确认；有争议继续下。</a:t>
            </a:r>
          </a:p>
        </p:txBody>
      </p:sp>
    </p:spTree>
    <p:extLst>
      <p:ext uri="{BB962C8B-B14F-4D97-AF65-F5344CB8AC3E}">
        <p14:creationId xmlns:p14="http://schemas.microsoft.com/office/powerpoint/2010/main" val="2773736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ic">
            <a:extLst xmlns:a="http://schemas.openxmlformats.org/drawingml/2006/main">
              <a:ext uri="{FF2B5EF4-FFF2-40B4-BE49-F238E27FC236}">
                <a16:creationId xmlns:a16="http://schemas.microsoft.com/office/drawing/2014/main" id="{4221DA18-1BC6-495A-A689-DDD8E0CC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04  连接与切断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4B2C2EA-91DB-4B93-80C9-6B9E4AA0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黑先，一手把两块接起来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638683E0-F23D-4160-B33F-451839F3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16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C29ABBC1-759E-4EF1-9CA3-F929E493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引入问题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27C5F91F-FD7B-4741-B0B8-69956E49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黑先；目标B3与D3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A0D7619A-D2B4-4693-ADD1-BCDC4BA1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05C39C49-E981-419F-B6A7-41309AD1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EAD2258E-5D10-4C99-B07C-001EC1AF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2140CB98-D2D5-4488-BE49-779A758D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679F373C-68FF-4D9C-8931-4A5A012C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AC30DA14-7C6A-4A47-8FAC-AD76F2F7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70858B5B-5EEB-479E-9FBD-0EC05521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C91FED30-6435-4ED7-B6AD-84744015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E76ADB41-65D4-4C44-8EA4-0F177337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A9DF9BB8-9D0E-486B-BA8B-7B0FC002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53AE6581-1626-4507-ABF3-97135918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9606F150-0776-4DD2-AA4B-641D2331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C713920A-268A-473B-9928-6D3560F4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D460BB58-0502-47D4-81E1-072E9167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5AA132B6-017E-4CB5-A45C-D5976435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9CC443A0-A4D6-451D-B0E5-F9F141C1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1FE7B254-1EA7-4AD2-88B1-404C749A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B70B5AC2-9EE7-4069-BE76-5D73E1D3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CF6901D6-C209-4534-A511-8CE3C12B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FD4D62EF-73BB-4E80-9D45-053D3DDA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5A8AF704-F291-42EE-ABD0-AD65BA4D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B-r2c1">
            <a:extLst xmlns:a="http://schemas.openxmlformats.org/drawingml/2006/main">
              <a:ext uri="{FF2B5EF4-FFF2-40B4-BE49-F238E27FC236}">
                <a16:creationId xmlns:a16="http://schemas.microsoft.com/office/drawing/2014/main" id="{FB5A907D-F529-4F29-A9E2-DC84C146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2c3">
            <a:extLst xmlns:a="http://schemas.openxmlformats.org/drawingml/2006/main">
              <a:ext uri="{FF2B5EF4-FFF2-40B4-BE49-F238E27FC236}">
                <a16:creationId xmlns:a16="http://schemas.microsoft.com/office/drawing/2014/main" id="{AC81CDE6-6E27-4D4C-B970-1C4B8A59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W-r1c2">
            <a:extLst xmlns:a="http://schemas.openxmlformats.org/drawingml/2006/main">
              <a:ext uri="{FF2B5EF4-FFF2-40B4-BE49-F238E27FC236}">
                <a16:creationId xmlns:a16="http://schemas.microsoft.com/office/drawing/2014/main" id="{4B8D8D00-49CE-472C-ADC1-98FEBABE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target-r2c1">
            <a:extLst xmlns:a="http://schemas.openxmlformats.org/drawingml/2006/main">
              <a:ext uri="{FF2B5EF4-FFF2-40B4-BE49-F238E27FC236}">
                <a16:creationId xmlns:a16="http://schemas.microsoft.com/office/drawing/2014/main" id="{A98068D2-1460-4437-B6A3-0585D8D7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731" y="3565493"/>
            <a:ext cx="279464" cy="279464"/>
          </a:xfrm>
          <a:custGeom xmlns:a="http://schemas.openxmlformats.org/drawingml/2006/main">
            <a:pathLst>
              <a:path w="279464" h="279464">
                <a:moveTo>
                  <a:pt x="139732" y="0"/>
                </a:moveTo>
                <a:lnTo>
                  <a:pt x="279464" y="279464"/>
                </a:lnTo>
                <a:lnTo>
                  <a:pt x="0" y="279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31" name="board0-target-r2c3">
            <a:extLst xmlns:a="http://schemas.openxmlformats.org/drawingml/2006/main">
              <a:ext uri="{FF2B5EF4-FFF2-40B4-BE49-F238E27FC236}">
                <a16:creationId xmlns:a16="http://schemas.microsoft.com/office/drawing/2014/main" id="{C1749F24-6881-4B00-BE77-9028159D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306" y="3565493"/>
            <a:ext cx="279464" cy="279464"/>
          </a:xfrm>
          <a:custGeom xmlns:a="http://schemas.openxmlformats.org/drawingml/2006/main">
            <a:pathLst>
              <a:path w="279464" h="279464">
                <a:moveTo>
                  <a:pt x="139732" y="0"/>
                </a:moveTo>
                <a:lnTo>
                  <a:pt x="279464" y="279464"/>
                </a:lnTo>
                <a:lnTo>
                  <a:pt x="0" y="279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32" name="body-0">
            <a:extLst xmlns:a="http://schemas.openxmlformats.org/drawingml/2006/main">
              <a:ext uri="{FF2B5EF4-FFF2-40B4-BE49-F238E27FC236}">
                <a16:creationId xmlns:a16="http://schemas.microsoft.com/office/drawing/2014/main" id="{10DE42DA-CD44-49C0-B7AE-4C0BA49A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目标：把两个 △ 黑块连为一块。</a:t>
            </a:r>
          </a:p>
        </p:txBody>
      </p:sp>
      <p:sp>
        <p:nvSpPr>
          <p:cNvPr id="33" name="body-1">
            <a:extLst xmlns:a="http://schemas.openxmlformats.org/drawingml/2006/main">
              <a:ext uri="{FF2B5EF4-FFF2-40B4-BE49-F238E27FC236}">
                <a16:creationId xmlns:a16="http://schemas.microsoft.com/office/drawing/2014/main" id="{BC33A628-5A71-45E7-A6CF-0B52868C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你选哪一点？为什么？</a:t>
            </a:r>
          </a:p>
        </p:txBody>
      </p:sp>
      <p:sp>
        <p:nvSpPr>
          <p:cNvPr id="34" name="body-2">
            <a:extLst xmlns:a="http://schemas.openxmlformats.org/drawingml/2006/main">
              <a:ext uri="{FF2B5EF4-FFF2-40B4-BE49-F238E27FC236}">
                <a16:creationId xmlns:a16="http://schemas.microsoft.com/office/drawing/2014/main" id="{D5EE0FB2-6505-4FA7-B563-7FD387EF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本题只要求这一手完成连接。</a:t>
            </a:r>
          </a:p>
        </p:txBody>
      </p:sp>
    </p:spTree>
    <p:extLst>
      <p:ext uri="{BB962C8B-B14F-4D97-AF65-F5344CB8AC3E}">
        <p14:creationId xmlns:p14="http://schemas.microsoft.com/office/powerpoint/2010/main" val="8594480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ic">
            <a:extLst xmlns:a="http://schemas.openxmlformats.org/drawingml/2006/main">
              <a:ext uri="{FF2B5EF4-FFF2-40B4-BE49-F238E27FC236}">
                <a16:creationId xmlns:a16="http://schemas.microsoft.com/office/drawing/2014/main" id="{15FB2F71-42C9-4545-A72F-F96FEAC6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04  连接与切断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8A7B73B-DC16-4269-879A-70DEC08D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接上以后，作为整块看气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C32F3832-BEE9-4505-A25D-CC363531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17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BD945367-025B-41EE-8D64-ADE56157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直观示例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8C383466-6AE4-4A31-B2E1-D492E563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已核查变化：黑C3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E5F03FAC-6A94-433B-B166-39C9328C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EE757BC1-ED32-4E88-916D-8F10057E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DDB449F0-6E51-4CCA-BCF1-445145B8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D8F01682-C1C7-4BED-A49F-13926263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85DA4AD3-B9E1-443C-8AFE-9DD1A851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1A578B9D-2DE3-49C0-A8A1-5D75584B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83380DE8-E677-4341-AD37-588D5C34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2F2DC061-DBB2-43E0-80EF-6B975170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C4D674D2-E559-4813-AC7A-16474475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5DB553AE-649F-4837-88D5-4DC66186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EB386BE0-156E-4A89-977D-1010F79E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0A166F8D-8D73-4F70-AC81-EFE6D889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F9FA0FC5-E6F5-42B6-8348-9C487536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D1FAD79B-D8D0-42DC-B0D9-B3B042CD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8E864CCF-100B-4B3E-8AEC-48BFBA3A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688AE009-20DD-474D-910D-502793E8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A1A12A85-2E05-4BAB-95AF-63FA5613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973C773E-8CD0-4861-8422-A2190CCE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1D235BB6-5C48-4FF4-B9F8-3E107651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5A0C7317-19D9-4DE7-BCAA-FE7BF226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9D870359-FC9C-4C11-AFF9-A762453E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W-r1c2">
            <a:extLst xmlns:a="http://schemas.openxmlformats.org/drawingml/2006/main">
              <a:ext uri="{FF2B5EF4-FFF2-40B4-BE49-F238E27FC236}">
                <a16:creationId xmlns:a16="http://schemas.microsoft.com/office/drawing/2014/main" id="{F6BF1ADA-4DB5-421A-BEA4-BB7EEDAF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2c1">
            <a:extLst xmlns:a="http://schemas.openxmlformats.org/drawingml/2006/main">
              <a:ext uri="{FF2B5EF4-FFF2-40B4-BE49-F238E27FC236}">
                <a16:creationId xmlns:a16="http://schemas.microsoft.com/office/drawing/2014/main" id="{FECD40E8-58E6-4B3A-8865-DB77D558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B-r2c2">
            <a:extLst xmlns:a="http://schemas.openxmlformats.org/drawingml/2006/main">
              <a:ext uri="{FF2B5EF4-FFF2-40B4-BE49-F238E27FC236}">
                <a16:creationId xmlns:a16="http://schemas.microsoft.com/office/drawing/2014/main" id="{B600C3FE-AE02-4A4E-8F65-D7E7F484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stone-B-r2c3">
            <a:extLst xmlns:a="http://schemas.openxmlformats.org/drawingml/2006/main">
              <a:ext uri="{FF2B5EF4-FFF2-40B4-BE49-F238E27FC236}">
                <a16:creationId xmlns:a16="http://schemas.microsoft.com/office/drawing/2014/main" id="{0318A85F-7FB7-4E1F-BE09-37A303EB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1" name="board0-move-number">
            <a:extLst xmlns:a="http://schemas.openxmlformats.org/drawingml/2006/main">
              <a:ext uri="{FF2B5EF4-FFF2-40B4-BE49-F238E27FC236}">
                <a16:creationId xmlns:a16="http://schemas.microsoft.com/office/drawing/2014/main" id="{202F5EE2-3E5F-4B4F-8208-9ADA7CAC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204" y="3518916"/>
            <a:ext cx="357092" cy="380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1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201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32" name="body-0">
            <a:extLst xmlns:a="http://schemas.openxmlformats.org/drawingml/2006/main">
              <a:ext uri="{FF2B5EF4-FFF2-40B4-BE49-F238E27FC236}">
                <a16:creationId xmlns:a16="http://schemas.microsoft.com/office/drawing/2014/main" id="{AC048E25-BDDA-40B8-A456-154C8C35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黑 C3 同时接上 B3、D3。</a:t>
            </a:r>
          </a:p>
        </p:txBody>
      </p:sp>
      <p:sp>
        <p:nvSpPr>
          <p:cNvPr id="33" name="body-1">
            <a:extLst xmlns:a="http://schemas.openxmlformats.org/drawingml/2006/main">
              <a:ext uri="{FF2B5EF4-FFF2-40B4-BE49-F238E27FC236}">
                <a16:creationId xmlns:a16="http://schemas.microsoft.com/office/drawing/2014/main" id="{BE549C17-F069-42CC-B208-8746E020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这三颗现在属于同一个连通块。</a:t>
            </a:r>
          </a:p>
        </p:txBody>
      </p:sp>
      <p:sp>
        <p:nvSpPr>
          <p:cNvPr id="34" name="body-2">
            <a:extLst xmlns:a="http://schemas.openxmlformats.org/drawingml/2006/main">
              <a:ext uri="{FF2B5EF4-FFF2-40B4-BE49-F238E27FC236}">
                <a16:creationId xmlns:a16="http://schemas.microsoft.com/office/drawing/2014/main" id="{92311B54-6039-4F7F-AB19-435D6E65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整块一起数气；无气时一起提走。</a:t>
            </a:r>
          </a:p>
        </p:txBody>
      </p:sp>
    </p:spTree>
    <p:extLst>
      <p:ext uri="{BB962C8B-B14F-4D97-AF65-F5344CB8AC3E}">
        <p14:creationId xmlns:p14="http://schemas.microsoft.com/office/powerpoint/2010/main" val="9909707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topic">
            <a:extLst xmlns:a="http://schemas.openxmlformats.org/drawingml/2006/main">
              <a:ext uri="{FF2B5EF4-FFF2-40B4-BE49-F238E27FC236}">
                <a16:creationId xmlns:a16="http://schemas.microsoft.com/office/drawing/2014/main" id="{FBA94350-55E6-43C8-A673-3BD219A4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04  连接与切断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5F8C5D3-C9DD-4571-B695-0B0C67C9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接上，还是被占住连接点？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79B4140C-9951-4E10-A13A-60F9A96A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18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49FD1E4D-46F3-46A0-A752-9350B01A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关键对比</a:t>
            </a:r>
          </a:p>
        </p:txBody>
      </p:sp>
      <p:sp>
        <p:nvSpPr>
          <p:cNvPr id="5" name="caption0">
            <a:extLst xmlns:a="http://schemas.openxmlformats.org/drawingml/2006/main">
              <a:ext uri="{FF2B5EF4-FFF2-40B4-BE49-F238E27FC236}">
                <a16:creationId xmlns:a16="http://schemas.microsoft.com/office/drawing/2014/main" id="{0EFC1873-E0CC-4F2F-9671-5F7EC16C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33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黑C3：完成即时目标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75C6635E-19AA-42BF-9501-D2875590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743075"/>
            <a:ext cx="2705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113D72D5-CF01-4BE5-80E6-A49A8FBB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05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BE596D48-1D22-4D2C-8BC5-AF61AC76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B59B0715-5192-41F5-BDD8-13A117DF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91CDA201-A733-427D-A3B0-1657F5B0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526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FC618810-9636-41A2-A9B6-D4B47C13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00313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DE4DCA8A-8CB0-4A11-9CFB-B3D959EF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3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57904F9F-AFA5-43C3-A217-BE987AED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C65A58EA-15AD-4F58-881E-9634C1C7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479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E86A1461-2817-405C-970C-6428EE30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95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9FBB4B36-9AFC-486E-87D6-20AE3125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B254954A-9D7A-464D-93B6-D2C74D4F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BE38CF72-AD82-40B3-ABC9-4659D8A9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432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0AFE49EE-B633-4464-91D6-5230D2FB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90938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FFBDEF60-623E-42B1-9D8A-C2A7B7DA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838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341F45FE-688F-451A-8B7B-D55AB725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388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12B6A320-E0A3-44CB-BA76-69050275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38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1A670207-0AE0-4159-9279-DB0EA303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86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B12E5C41-3AB9-45EA-9E89-2805C00C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E96B639D-172A-4F24-BD62-5F240F8E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429B1553-1161-41F7-93A7-C16B5E38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33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W-r1c2">
            <a:extLst xmlns:a="http://schemas.openxmlformats.org/drawingml/2006/main">
              <a:ext uri="{FF2B5EF4-FFF2-40B4-BE49-F238E27FC236}">
                <a16:creationId xmlns:a16="http://schemas.microsoft.com/office/drawing/2014/main" id="{BD0CE06B-8920-4D0A-ACA7-E342CD32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2c1">
            <a:extLst xmlns:a="http://schemas.openxmlformats.org/drawingml/2006/main">
              <a:ext uri="{FF2B5EF4-FFF2-40B4-BE49-F238E27FC236}">
                <a16:creationId xmlns:a16="http://schemas.microsoft.com/office/drawing/2014/main" id="{A587DAA0-6A30-4AEC-A55F-EEF9F9AD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041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B-r2c2">
            <a:extLst xmlns:a="http://schemas.openxmlformats.org/drawingml/2006/main">
              <a:ext uri="{FF2B5EF4-FFF2-40B4-BE49-F238E27FC236}">
                <a16:creationId xmlns:a16="http://schemas.microsoft.com/office/drawing/2014/main" id="{B1D49AEA-3243-4DFD-AD2F-6564EE95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stone-B-r2c3">
            <a:extLst xmlns:a="http://schemas.openxmlformats.org/drawingml/2006/main">
              <a:ext uri="{FF2B5EF4-FFF2-40B4-BE49-F238E27FC236}">
                <a16:creationId xmlns:a16="http://schemas.microsoft.com/office/drawing/2014/main" id="{A5CC814D-4C02-468E-B108-CFDBA80B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666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1" name="board0-move-number">
            <a:extLst xmlns:a="http://schemas.openxmlformats.org/drawingml/2006/main">
              <a:ext uri="{FF2B5EF4-FFF2-40B4-BE49-F238E27FC236}">
                <a16:creationId xmlns:a16="http://schemas.microsoft.com/office/drawing/2014/main" id="{51D27003-71C6-4A29-970A-58A6A685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1603" y="2952750"/>
            <a:ext cx="273844" cy="291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88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88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32" name="caption1">
            <a:extLst xmlns:a="http://schemas.openxmlformats.org/drawingml/2006/main">
              <a:ext uri="{FF2B5EF4-FFF2-40B4-BE49-F238E27FC236}">
                <a16:creationId xmlns:a16="http://schemas.microsoft.com/office/drawing/2014/main" id="{9EA5C05F-E179-4DC7-8810-DE312A88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33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黑C2，白C3：当前没有接上</a:t>
            </a:r>
          </a:p>
        </p:txBody>
      </p:sp>
      <p:sp>
        <p:nvSpPr>
          <p:cNvPr id="33" name="board1-surface">
            <a:extLst xmlns:a="http://schemas.openxmlformats.org/drawingml/2006/main">
              <a:ext uri="{FF2B5EF4-FFF2-40B4-BE49-F238E27FC236}">
                <a16:creationId xmlns:a16="http://schemas.microsoft.com/office/drawing/2014/main" id="{1A55200B-6E0B-4889-828E-C661C6DE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743075"/>
            <a:ext cx="2705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34" name="board1-grid-row-0">
            <a:extLst xmlns:a="http://schemas.openxmlformats.org/drawingml/2006/main">
              <a:ext uri="{FF2B5EF4-FFF2-40B4-BE49-F238E27FC236}">
                <a16:creationId xmlns:a16="http://schemas.microsoft.com/office/drawing/2014/main" id="{400701E0-049F-4A4A-8651-8FE27251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5" name="board1-grid-col-0">
            <a:extLst xmlns:a="http://schemas.openxmlformats.org/drawingml/2006/main">
              <a:ext uri="{FF2B5EF4-FFF2-40B4-BE49-F238E27FC236}">
                <a16:creationId xmlns:a16="http://schemas.microsoft.com/office/drawing/2014/main" id="{E80C1BFA-A8C8-4340-BD29-D153A457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6" name="board1-column-0">
            <a:extLst xmlns:a="http://schemas.openxmlformats.org/drawingml/2006/main">
              <a:ext uri="{FF2B5EF4-FFF2-40B4-BE49-F238E27FC236}">
                <a16:creationId xmlns:a16="http://schemas.microsoft.com/office/drawing/2014/main" id="{3B384408-9B20-446D-85B3-A8302BAD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37" name="board1-row-0">
            <a:extLst xmlns:a="http://schemas.openxmlformats.org/drawingml/2006/main">
              <a:ext uri="{FF2B5EF4-FFF2-40B4-BE49-F238E27FC236}">
                <a16:creationId xmlns:a16="http://schemas.microsoft.com/office/drawing/2014/main" id="{CDBC891D-C48D-406F-9591-5D192D45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526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38" name="board1-grid-row-1">
            <a:extLst xmlns:a="http://schemas.openxmlformats.org/drawingml/2006/main">
              <a:ext uri="{FF2B5EF4-FFF2-40B4-BE49-F238E27FC236}">
                <a16:creationId xmlns:a16="http://schemas.microsoft.com/office/drawing/2014/main" id="{5B7C0B7E-8152-4309-9910-FDB040E7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00313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9" name="board1-grid-col-1">
            <a:extLst xmlns:a="http://schemas.openxmlformats.org/drawingml/2006/main">
              <a:ext uri="{FF2B5EF4-FFF2-40B4-BE49-F238E27FC236}">
                <a16:creationId xmlns:a16="http://schemas.microsoft.com/office/drawing/2014/main" id="{316210BC-B9B1-4D22-AC8D-5A7C3F74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0" name="board1-column-1">
            <a:extLst xmlns:a="http://schemas.openxmlformats.org/drawingml/2006/main">
              <a:ext uri="{FF2B5EF4-FFF2-40B4-BE49-F238E27FC236}">
                <a16:creationId xmlns:a16="http://schemas.microsoft.com/office/drawing/2014/main" id="{495F121B-6FF0-46E2-9C3F-BD386E0A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263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41" name="board1-row-1">
            <a:extLst xmlns:a="http://schemas.openxmlformats.org/drawingml/2006/main">
              <a:ext uri="{FF2B5EF4-FFF2-40B4-BE49-F238E27FC236}">
                <a16:creationId xmlns:a16="http://schemas.microsoft.com/office/drawing/2014/main" id="{5CD83D1E-729F-4374-AF8C-D0C4914F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479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42" name="board1-grid-row-2">
            <a:extLst xmlns:a="http://schemas.openxmlformats.org/drawingml/2006/main">
              <a:ext uri="{FF2B5EF4-FFF2-40B4-BE49-F238E27FC236}">
                <a16:creationId xmlns:a16="http://schemas.microsoft.com/office/drawing/2014/main" id="{89EFCF4B-5C06-4FB9-9249-2F9790E2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95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3" name="board1-grid-col-2">
            <a:extLst xmlns:a="http://schemas.openxmlformats.org/drawingml/2006/main">
              <a:ext uri="{FF2B5EF4-FFF2-40B4-BE49-F238E27FC236}">
                <a16:creationId xmlns:a16="http://schemas.microsoft.com/office/drawing/2014/main" id="{8DC189F1-D41C-41AA-ABF8-4FC9CF72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4" name="board1-column-2">
            <a:extLst xmlns:a="http://schemas.openxmlformats.org/drawingml/2006/main">
              <a:ext uri="{FF2B5EF4-FFF2-40B4-BE49-F238E27FC236}">
                <a16:creationId xmlns:a16="http://schemas.microsoft.com/office/drawing/2014/main" id="{04AAB2F2-AE75-4F3B-9BEA-E9B25525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45" name="board1-row-2">
            <a:extLst xmlns:a="http://schemas.openxmlformats.org/drawingml/2006/main">
              <a:ext uri="{FF2B5EF4-FFF2-40B4-BE49-F238E27FC236}">
                <a16:creationId xmlns:a16="http://schemas.microsoft.com/office/drawing/2014/main" id="{1FD60F83-5CE4-4F3D-9333-CD140E7E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432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46" name="board1-grid-row-3">
            <a:extLst xmlns:a="http://schemas.openxmlformats.org/drawingml/2006/main">
              <a:ext uri="{FF2B5EF4-FFF2-40B4-BE49-F238E27FC236}">
                <a16:creationId xmlns:a16="http://schemas.microsoft.com/office/drawing/2014/main" id="{2908DF50-497F-4089-ACE3-F047A39A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0938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7" name="board1-grid-col-3">
            <a:extLst xmlns:a="http://schemas.openxmlformats.org/drawingml/2006/main">
              <a:ext uri="{FF2B5EF4-FFF2-40B4-BE49-F238E27FC236}">
                <a16:creationId xmlns:a16="http://schemas.microsoft.com/office/drawing/2014/main" id="{34E3E51B-2A45-454C-A175-80E34329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338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8" name="board1-column-3">
            <a:extLst xmlns:a="http://schemas.openxmlformats.org/drawingml/2006/main">
              <a:ext uri="{FF2B5EF4-FFF2-40B4-BE49-F238E27FC236}">
                <a16:creationId xmlns:a16="http://schemas.microsoft.com/office/drawing/2014/main" id="{B190ECFB-A19C-4EC6-B5A7-00D8EEEA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49" name="board1-row-3">
            <a:extLst xmlns:a="http://schemas.openxmlformats.org/drawingml/2006/main">
              <a:ext uri="{FF2B5EF4-FFF2-40B4-BE49-F238E27FC236}">
                <a16:creationId xmlns:a16="http://schemas.microsoft.com/office/drawing/2014/main" id="{061E4B0C-0BDA-4830-A551-D9125A7A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38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50" name="board1-grid-row-4">
            <a:extLst xmlns:a="http://schemas.openxmlformats.org/drawingml/2006/main">
              <a:ext uri="{FF2B5EF4-FFF2-40B4-BE49-F238E27FC236}">
                <a16:creationId xmlns:a16="http://schemas.microsoft.com/office/drawing/2014/main" id="{975AD46C-6A8F-42AA-A96B-2C291096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1" name="board1-grid-col-4">
            <a:extLst xmlns:a="http://schemas.openxmlformats.org/drawingml/2006/main">
              <a:ext uri="{FF2B5EF4-FFF2-40B4-BE49-F238E27FC236}">
                <a16:creationId xmlns:a16="http://schemas.microsoft.com/office/drawing/2014/main" id="{A2B0B479-043B-4DE9-B542-6D4D55AA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2" name="board1-column-4">
            <a:extLst xmlns:a="http://schemas.openxmlformats.org/drawingml/2006/main">
              <a:ext uri="{FF2B5EF4-FFF2-40B4-BE49-F238E27FC236}">
                <a16:creationId xmlns:a16="http://schemas.microsoft.com/office/drawing/2014/main" id="{05E05B0C-DBF9-4951-B6B7-E1F4AA64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53" name="board1-row-4">
            <a:extLst xmlns:a="http://schemas.openxmlformats.org/drawingml/2006/main">
              <a:ext uri="{FF2B5EF4-FFF2-40B4-BE49-F238E27FC236}">
                <a16:creationId xmlns:a16="http://schemas.microsoft.com/office/drawing/2014/main" id="{801F04B5-8F01-40CD-A7E7-98EBC2A3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33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54" name="board1-stone-W-r1c2">
            <a:extLst xmlns:a="http://schemas.openxmlformats.org/drawingml/2006/main">
              <a:ext uri="{FF2B5EF4-FFF2-40B4-BE49-F238E27FC236}">
                <a16:creationId xmlns:a16="http://schemas.microsoft.com/office/drawing/2014/main" id="{402D2B1C-2B64-4F9F-BFC6-3D748A28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853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5" name="board1-stone-B-r2c1">
            <a:extLst xmlns:a="http://schemas.openxmlformats.org/drawingml/2006/main">
              <a:ext uri="{FF2B5EF4-FFF2-40B4-BE49-F238E27FC236}">
                <a16:creationId xmlns:a16="http://schemas.microsoft.com/office/drawing/2014/main" id="{24C197C8-F547-483D-9098-0453B9D4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541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6" name="board1-stone-W-r2c2">
            <a:extLst xmlns:a="http://schemas.openxmlformats.org/drawingml/2006/main">
              <a:ext uri="{FF2B5EF4-FFF2-40B4-BE49-F238E27FC236}">
                <a16:creationId xmlns:a16="http://schemas.microsoft.com/office/drawing/2014/main" id="{F0CEF511-05F4-426F-A772-075C9345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853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7" name="board1-stone-B-r2c3">
            <a:extLst xmlns:a="http://schemas.openxmlformats.org/drawingml/2006/main">
              <a:ext uri="{FF2B5EF4-FFF2-40B4-BE49-F238E27FC236}">
                <a16:creationId xmlns:a16="http://schemas.microsoft.com/office/drawing/2014/main" id="{88BDA776-6A91-4963-80C7-71E7E3ED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166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8" name="board1-stone-B-r3c2">
            <a:extLst xmlns:a="http://schemas.openxmlformats.org/drawingml/2006/main">
              <a:ext uri="{FF2B5EF4-FFF2-40B4-BE49-F238E27FC236}">
                <a16:creationId xmlns:a16="http://schemas.microsoft.com/office/drawing/2014/main" id="{E41E932C-EA0F-482C-B326-207EF5AB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853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9" name="board1-move-number">
            <a:extLst xmlns:a="http://schemas.openxmlformats.org/drawingml/2006/main">
              <a:ext uri="{FF2B5EF4-FFF2-40B4-BE49-F238E27FC236}">
                <a16:creationId xmlns:a16="http://schemas.microsoft.com/office/drawing/2014/main" id="{754E5585-F489-4DE8-A9BC-F20D0D32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103" y="2952750"/>
            <a:ext cx="273844" cy="291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88" b="1">
                <a:solidFill>
                  <a:srgbClr val="111111"/>
                </a:solidFill>
                <a:latin typeface="Noto Sans SC"/>
                <a:ea typeface="Noto Sans SC"/>
                <a:cs typeface="Noto Sans SC"/>
              </a:defRPr>
            </a:pPr>
            <a:r>
              <a:rPr sz="1688" b="1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60" name="comparison-body">
            <a:extLst xmlns:a="http://schemas.openxmlformats.org/drawingml/2006/main">
              <a:ext uri="{FF2B5EF4-FFF2-40B4-BE49-F238E27FC236}">
                <a16:creationId xmlns:a16="http://schemas.microsoft.com/office/drawing/2014/main" id="{67672653-001E-41CB-B39F-715EAB5A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左：黑 C3，把两目标接成一块。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右：黑 C2 后，白 C3 占住连接点。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分开看两块；仍要继续寻找回应。</a:t>
            </a:r>
          </a:p>
        </p:txBody>
      </p:sp>
    </p:spTree>
    <p:extLst>
      <p:ext uri="{BB962C8B-B14F-4D97-AF65-F5344CB8AC3E}">
        <p14:creationId xmlns:p14="http://schemas.microsoft.com/office/powerpoint/2010/main" val="21149135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ic">
            <a:extLst xmlns:a="http://schemas.openxmlformats.org/drawingml/2006/main">
              <a:ext uri="{FF2B5EF4-FFF2-40B4-BE49-F238E27FC236}">
                <a16:creationId xmlns:a16="http://schemas.microsoft.com/office/drawing/2014/main" id="{53A7E5F0-5069-410F-80F0-0321D3D6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04  连接与切断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90E9357-A4B5-43AA-B63F-AE9A9950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斜邻的两子，怎样接上？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2F96610-E5F5-4430-834C-90F116B3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19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A721C685-ABFF-4D55-B71F-390E70ED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成员尝试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EA9027B7-0E52-4F45-88F0-B3E8AF18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目标B4与C3；完整5×5练习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558E0F24-E940-4B67-A705-362689D9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B4BF2CEF-D99C-48AB-ABD1-16A017ED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A8C6D963-51A0-458A-B2F0-F538F68D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ADB3C563-4A2A-4186-845D-4DBFE76E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87CAC4F6-B0FC-4DC7-8482-0A7938FB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CBC7BF80-6803-4581-A3D7-8326FF68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7B011C59-1B67-4473-8542-C7DB3288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EBA2A90F-E699-4CC3-8EC3-498CF633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5EA143C0-F66E-4C6A-B9A7-D395C03E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F0D8474A-7E2A-48A0-A92F-236F5FE6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8FEEE84B-C22B-4441-BAD0-D5B8AA92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4F1289AA-5012-43C7-A401-69088D87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CD0EBE6F-3EF3-445C-A638-50B69C83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5B89A757-721F-49EA-AB38-E5114C4E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51410CB5-CFE6-410B-8DEB-F94BC3F1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AFAB3941-438F-4FAA-924D-CDDDF650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8AEC3C25-5DCD-4BDC-A890-AF5D3B42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8C78A424-409D-44BA-A46A-29FAAA3A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D4CFDBDF-751B-4FD8-863A-F7EB54CE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54A126E1-BA2D-4392-B3FA-4ED49034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B8A28957-F6DA-41C8-A44B-2EDA0138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B-r1c1">
            <a:extLst xmlns:a="http://schemas.openxmlformats.org/drawingml/2006/main">
              <a:ext uri="{FF2B5EF4-FFF2-40B4-BE49-F238E27FC236}">
                <a16:creationId xmlns:a16="http://schemas.microsoft.com/office/drawing/2014/main" id="{A89ECB0F-E32D-47B8-8DE4-F258C4E5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2c2">
            <a:extLst xmlns:a="http://schemas.openxmlformats.org/drawingml/2006/main">
              <a:ext uri="{FF2B5EF4-FFF2-40B4-BE49-F238E27FC236}">
                <a16:creationId xmlns:a16="http://schemas.microsoft.com/office/drawing/2014/main" id="{3E1AA291-6AFD-46E1-9104-798AA594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W-r1c3">
            <a:extLst xmlns:a="http://schemas.openxmlformats.org/drawingml/2006/main">
              <a:ext uri="{FF2B5EF4-FFF2-40B4-BE49-F238E27FC236}">
                <a16:creationId xmlns:a16="http://schemas.microsoft.com/office/drawing/2014/main" id="{B76C6E68-ADCD-499A-B9A6-F0FBAA7B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target-r1c1">
            <a:extLst xmlns:a="http://schemas.openxmlformats.org/drawingml/2006/main">
              <a:ext uri="{FF2B5EF4-FFF2-40B4-BE49-F238E27FC236}">
                <a16:creationId xmlns:a16="http://schemas.microsoft.com/office/drawing/2014/main" id="{32FEBB51-31B9-4FAA-A41E-F56532DD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731" y="2789206"/>
            <a:ext cx="279464" cy="279464"/>
          </a:xfrm>
          <a:custGeom xmlns:a="http://schemas.openxmlformats.org/drawingml/2006/main">
            <a:pathLst>
              <a:path w="279464" h="279464">
                <a:moveTo>
                  <a:pt x="139732" y="0"/>
                </a:moveTo>
                <a:lnTo>
                  <a:pt x="279464" y="279464"/>
                </a:lnTo>
                <a:lnTo>
                  <a:pt x="0" y="279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31" name="board0-target-r2c2">
            <a:extLst xmlns:a="http://schemas.openxmlformats.org/drawingml/2006/main">
              <a:ext uri="{FF2B5EF4-FFF2-40B4-BE49-F238E27FC236}">
                <a16:creationId xmlns:a16="http://schemas.microsoft.com/office/drawing/2014/main" id="{C7B7E087-5FAE-46A3-B20B-D4410F59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018" y="3565493"/>
            <a:ext cx="279464" cy="279464"/>
          </a:xfrm>
          <a:custGeom xmlns:a="http://schemas.openxmlformats.org/drawingml/2006/main">
            <a:pathLst>
              <a:path w="279464" h="279464">
                <a:moveTo>
                  <a:pt x="139732" y="0"/>
                </a:moveTo>
                <a:lnTo>
                  <a:pt x="279464" y="279464"/>
                </a:lnTo>
                <a:lnTo>
                  <a:pt x="0" y="279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32" name="body-0">
            <a:extLst xmlns:a="http://schemas.openxmlformats.org/drawingml/2006/main">
              <a:ext uri="{FF2B5EF4-FFF2-40B4-BE49-F238E27FC236}">
                <a16:creationId xmlns:a16="http://schemas.microsoft.com/office/drawing/2014/main" id="{1735FC05-F7F6-477B-ACA8-6354ED9F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黑先，本手把两目标连接为一块。</a:t>
            </a:r>
          </a:p>
        </p:txBody>
      </p:sp>
      <p:sp>
        <p:nvSpPr>
          <p:cNvPr id="33" name="body-1">
            <a:extLst xmlns:a="http://schemas.openxmlformats.org/drawingml/2006/main">
              <a:ext uri="{FF2B5EF4-FFF2-40B4-BE49-F238E27FC236}">
                <a16:creationId xmlns:a16="http://schemas.microsoft.com/office/drawing/2014/main" id="{113D9C1D-909F-4CD3-B3DC-133EBD0C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先各自提出接法，再比较。</a:t>
            </a:r>
          </a:p>
        </p:txBody>
      </p:sp>
      <p:sp>
        <p:nvSpPr>
          <p:cNvPr id="34" name="body-2">
            <a:extLst xmlns:a="http://schemas.openxmlformats.org/drawingml/2006/main">
              <a:ext uri="{FF2B5EF4-FFF2-40B4-BE49-F238E27FC236}">
                <a16:creationId xmlns:a16="http://schemas.microsoft.com/office/drawing/2014/main" id="{3382E346-43C3-4C39-B17F-02CDE2C5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不同接法也可能完成目标。</a:t>
            </a:r>
          </a:p>
        </p:txBody>
      </p:sp>
    </p:spTree>
    <p:extLst>
      <p:ext uri="{BB962C8B-B14F-4D97-AF65-F5344CB8AC3E}">
        <p14:creationId xmlns:p14="http://schemas.microsoft.com/office/powerpoint/2010/main" val="133485109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topic">
            <a:extLst xmlns:a="http://schemas.openxmlformats.org/drawingml/2006/main">
              <a:ext uri="{FF2B5EF4-FFF2-40B4-BE49-F238E27FC236}">
                <a16:creationId xmlns:a16="http://schemas.microsoft.com/office/drawing/2014/main" id="{B7888CA5-1F53-4CA0-A16B-E0E3EA16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04  连接与切断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58FD560-3B76-4976-9736-1821675D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落子前，先听伙伴的回应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341AA511-8A36-40A3-843C-F257F8CE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20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1B9E323D-4DAB-488E-840C-149398C2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转入对弈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BBABE85C-849F-44EF-98A6-44C8AC8D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完整9×9；可转5×5复摆例题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AD1237BF-6E2A-4D83-89A0-F7D68D65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F19CDDF0-5EFD-44C9-95D8-CE6D2C72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E00506CF-18EA-4495-8EBB-35267E84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30470427-E15F-4620-A79C-98938E05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F9D28938-0D2C-4A41-988B-42D370D7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8F3BE647-B514-4C0E-AB3E-C406845E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540794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D5A1EB85-589E-4A1D-8AF0-8B01268B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319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B2250F19-5CD9-4971-945E-B78A29AC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869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48F448D1-99C6-419F-8806-BDFB10E8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88394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A8FF79B1-173A-4D5A-9A15-487D0A82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900F7743-13BF-4971-966E-13E35790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2287E00B-B620-406F-91EC-372737FD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C17DDF19-69EB-4ADC-9FB9-116C96E4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ABB8DDCA-8D48-4729-B7E1-46E96FEC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317081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4F2AC010-4ACB-407E-87B3-B9F543FD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606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B6C5FD90-D47A-4523-A4BF-95835AFB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156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EFE74C07-3091-44C9-86AC-6920A868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64681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48D22FC7-E01B-4C34-9DE9-9EA79AF8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51B91F1A-648D-4487-86B8-D9310384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9498964D-92CE-48FB-8BB7-96A618B5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3B23EE3C-4FE6-4357-993E-EB399E58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27" name="board0-grid-row-5">
            <a:extLst xmlns:a="http://schemas.openxmlformats.org/drawingml/2006/main">
              <a:ext uri="{FF2B5EF4-FFF2-40B4-BE49-F238E27FC236}">
                <a16:creationId xmlns:a16="http://schemas.microsoft.com/office/drawing/2014/main" id="{28351333-83FB-411D-9B21-9BA4778D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093369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8" name="board0-grid-col-5">
            <a:extLst xmlns:a="http://schemas.openxmlformats.org/drawingml/2006/main">
              <a:ext uri="{FF2B5EF4-FFF2-40B4-BE49-F238E27FC236}">
                <a16:creationId xmlns:a16="http://schemas.microsoft.com/office/drawing/2014/main" id="{BCC45339-CB2B-4904-BF8F-25815887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894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9" name="board0-column-5">
            <a:extLst xmlns:a="http://schemas.openxmlformats.org/drawingml/2006/main">
              <a:ext uri="{FF2B5EF4-FFF2-40B4-BE49-F238E27FC236}">
                <a16:creationId xmlns:a16="http://schemas.microsoft.com/office/drawing/2014/main" id="{1369F22B-862E-477D-9ACC-15400692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444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F</a:t>
            </a:r>
          </a:p>
        </p:txBody>
      </p:sp>
      <p:sp>
        <p:nvSpPr>
          <p:cNvPr id="30" name="board0-row-5">
            <a:extLst xmlns:a="http://schemas.openxmlformats.org/drawingml/2006/main">
              <a:ext uri="{FF2B5EF4-FFF2-40B4-BE49-F238E27FC236}">
                <a16:creationId xmlns:a16="http://schemas.microsoft.com/office/drawing/2014/main" id="{EF9CAC97-C16A-4A80-953D-0E1ED475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40969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31" name="board0-grid-row-6">
            <a:extLst xmlns:a="http://schemas.openxmlformats.org/drawingml/2006/main">
              <a:ext uri="{FF2B5EF4-FFF2-40B4-BE49-F238E27FC236}">
                <a16:creationId xmlns:a16="http://schemas.microsoft.com/office/drawing/2014/main" id="{A2613749-4478-42BC-8981-494862FE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2" name="board0-grid-col-6">
            <a:extLst xmlns:a="http://schemas.openxmlformats.org/drawingml/2006/main">
              <a:ext uri="{FF2B5EF4-FFF2-40B4-BE49-F238E27FC236}">
                <a16:creationId xmlns:a16="http://schemas.microsoft.com/office/drawing/2014/main" id="{46DD5B60-13D6-44AE-97E0-A4AC27D4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3" name="board0-column-6">
            <a:extLst xmlns:a="http://schemas.openxmlformats.org/drawingml/2006/main">
              <a:ext uri="{FF2B5EF4-FFF2-40B4-BE49-F238E27FC236}">
                <a16:creationId xmlns:a16="http://schemas.microsoft.com/office/drawing/2014/main" id="{222687D3-22FB-490E-9793-7D055B5B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</a:t>
            </a:r>
          </a:p>
        </p:txBody>
      </p:sp>
      <p:sp>
        <p:nvSpPr>
          <p:cNvPr id="34" name="board0-row-6">
            <a:extLst xmlns:a="http://schemas.openxmlformats.org/drawingml/2006/main">
              <a:ext uri="{FF2B5EF4-FFF2-40B4-BE49-F238E27FC236}">
                <a16:creationId xmlns:a16="http://schemas.microsoft.com/office/drawing/2014/main" id="{F6204549-1CCB-41EB-89F2-C7731984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35" name="board0-grid-row-7">
            <a:extLst xmlns:a="http://schemas.openxmlformats.org/drawingml/2006/main">
              <a:ext uri="{FF2B5EF4-FFF2-40B4-BE49-F238E27FC236}">
                <a16:creationId xmlns:a16="http://schemas.microsoft.com/office/drawing/2014/main" id="{44B6E29A-72EF-4DF7-8CBB-84D7ED12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869656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6" name="board0-grid-col-7">
            <a:extLst xmlns:a="http://schemas.openxmlformats.org/drawingml/2006/main">
              <a:ext uri="{FF2B5EF4-FFF2-40B4-BE49-F238E27FC236}">
                <a16:creationId xmlns:a16="http://schemas.microsoft.com/office/drawing/2014/main" id="{A2EC4103-0EA5-41E5-8F74-B81E00D5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181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7" name="board0-column-7">
            <a:extLst xmlns:a="http://schemas.openxmlformats.org/drawingml/2006/main">
              <a:ext uri="{FF2B5EF4-FFF2-40B4-BE49-F238E27FC236}">
                <a16:creationId xmlns:a16="http://schemas.microsoft.com/office/drawing/2014/main" id="{0DFE0028-D17F-494F-963E-87F6BA6E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731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H</a:t>
            </a:r>
          </a:p>
        </p:txBody>
      </p:sp>
      <p:sp>
        <p:nvSpPr>
          <p:cNvPr id="38" name="board0-row-7">
            <a:extLst xmlns:a="http://schemas.openxmlformats.org/drawingml/2006/main">
              <a:ext uri="{FF2B5EF4-FFF2-40B4-BE49-F238E27FC236}">
                <a16:creationId xmlns:a16="http://schemas.microsoft.com/office/drawing/2014/main" id="{6E39C4C4-B71C-4B83-98D2-D7F05911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7256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39" name="board0-grid-row-8">
            <a:extLst xmlns:a="http://schemas.openxmlformats.org/drawingml/2006/main">
              <a:ext uri="{FF2B5EF4-FFF2-40B4-BE49-F238E27FC236}">
                <a16:creationId xmlns:a16="http://schemas.microsoft.com/office/drawing/2014/main" id="{484809BA-BEC5-49B6-BEC6-B064B45B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0" name="board0-grid-col-8">
            <a:extLst xmlns:a="http://schemas.openxmlformats.org/drawingml/2006/main">
              <a:ext uri="{FF2B5EF4-FFF2-40B4-BE49-F238E27FC236}">
                <a16:creationId xmlns:a16="http://schemas.microsoft.com/office/drawing/2014/main" id="{78FEA4E4-0289-4F44-898A-46CAB33F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1" name="board0-column-8">
            <a:extLst xmlns:a="http://schemas.openxmlformats.org/drawingml/2006/main">
              <a:ext uri="{FF2B5EF4-FFF2-40B4-BE49-F238E27FC236}">
                <a16:creationId xmlns:a16="http://schemas.microsoft.com/office/drawing/2014/main" id="{8C605C1C-ECF4-44AC-A025-E7581D8A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J</a:t>
            </a:r>
          </a:p>
        </p:txBody>
      </p:sp>
      <p:sp>
        <p:nvSpPr>
          <p:cNvPr id="42" name="board0-row-8">
            <a:extLst xmlns:a="http://schemas.openxmlformats.org/drawingml/2006/main">
              <a:ext uri="{FF2B5EF4-FFF2-40B4-BE49-F238E27FC236}">
                <a16:creationId xmlns:a16="http://schemas.microsoft.com/office/drawing/2014/main" id="{04803956-DE30-42A8-86FF-F15422C8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43" name="body-0">
            <a:extLst xmlns:a="http://schemas.openxmlformats.org/drawingml/2006/main">
              <a:ext uri="{FF2B5EF4-FFF2-40B4-BE49-F238E27FC236}">
                <a16:creationId xmlns:a16="http://schemas.microsoft.com/office/drawing/2014/main" id="{0AAC88E7-9F12-4E5B-9ACB-75A3B81E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在9×9里指出你想连接的两块。</a:t>
            </a:r>
          </a:p>
        </p:txBody>
      </p:sp>
      <p:sp>
        <p:nvSpPr>
          <p:cNvPr id="44" name="body-1">
            <a:extLst xmlns:a="http://schemas.openxmlformats.org/drawingml/2006/main">
              <a:ext uri="{FF2B5EF4-FFF2-40B4-BE49-F238E27FC236}">
                <a16:creationId xmlns:a16="http://schemas.microsoft.com/office/drawing/2014/main" id="{103F63B7-37C2-440B-9FFA-A4214FFF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伙伴提出一个可能的阻断点。</a:t>
            </a:r>
          </a:p>
        </p:txBody>
      </p:sp>
      <p:sp>
        <p:nvSpPr>
          <p:cNvPr id="45" name="body-2">
            <a:extLst xmlns:a="http://schemas.openxmlformats.org/drawingml/2006/main">
              <a:ext uri="{FF2B5EF4-FFF2-40B4-BE49-F238E27FC236}">
                <a16:creationId xmlns:a16="http://schemas.microsoft.com/office/drawing/2014/main" id="{827423E3-23F7-4687-B842-0E211021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实际试下，再交换角色。</a:t>
            </a:r>
          </a:p>
        </p:txBody>
      </p:sp>
    </p:spTree>
    <p:extLst>
      <p:ext uri="{BB962C8B-B14F-4D97-AF65-F5344CB8AC3E}">
        <p14:creationId xmlns:p14="http://schemas.microsoft.com/office/powerpoint/2010/main" val="64201271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opic">
            <a:extLst xmlns:a="http://schemas.openxmlformats.org/drawingml/2006/main">
              <a:ext uri="{FF2B5EF4-FFF2-40B4-BE49-F238E27FC236}">
                <a16:creationId xmlns:a16="http://schemas.microsoft.com/office/drawing/2014/main" id="{8EBD5DF5-DFF2-40FC-B718-37E21706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05  眼和简单死活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6EC6F32-8D49-4601-B31F-4B2BE9E2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被黑棋围住，就一定是眼吗？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1AE9A45-A44C-4C49-B06C-B5258978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21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95A4BF7F-3D66-43B4-B3A4-C67D6350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引入问题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20C3748D-6D36-40B7-BF50-18218473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△标三个目标黑块；完整5×5练习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B0FE1BAC-16AA-44F4-A6CB-6260C5DD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503FE259-29A3-4688-9CED-F0F2088A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53422307-5241-4208-A7D2-FAF3EDC9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7FD41A2E-C86E-4191-B78F-2F790D66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90E52729-824B-4FDB-AD71-47E23E64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792CDC0B-9BBA-4550-AC21-9A63D74E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7C5293B8-EB93-4965-8722-885BA0A2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C558B526-1203-448C-A2C4-356E24CD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70330021-679F-4340-8D94-BC7F422D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CAF86154-3CF5-4A6C-8378-ECCC8DB5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92C6FC57-CF87-428F-9909-69799A7D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8C8F7B7C-E21C-4E73-8E33-9255AA8A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423D7700-5070-44AC-A16E-21218AAB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E45FDD45-EE44-4949-A65D-3285324C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35C87F86-2773-4C3F-B68B-54BC8A42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BBDB91DE-2A3B-4167-89B4-74F8B17F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01A825B6-A476-4210-A45A-D04A0183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7B4F38A2-E0D0-462A-830C-F222800A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D94BEFDE-7EED-40B6-B2A6-ED9573B2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057F55A2-C074-4723-B033-48B73161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39419272-CFA8-4549-AC73-7A6E401E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B-r1c2">
            <a:extLst xmlns:a="http://schemas.openxmlformats.org/drawingml/2006/main">
              <a:ext uri="{FF2B5EF4-FFF2-40B4-BE49-F238E27FC236}">
                <a16:creationId xmlns:a16="http://schemas.microsoft.com/office/drawing/2014/main" id="{9237C2E8-3B5D-4351-8B14-9C3A94B1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2c1">
            <a:extLst xmlns:a="http://schemas.openxmlformats.org/drawingml/2006/main">
              <a:ext uri="{FF2B5EF4-FFF2-40B4-BE49-F238E27FC236}">
                <a16:creationId xmlns:a16="http://schemas.microsoft.com/office/drawing/2014/main" id="{7BCB154B-9852-4F2F-99BB-44A7C0D3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B-r2c3">
            <a:extLst xmlns:a="http://schemas.openxmlformats.org/drawingml/2006/main">
              <a:ext uri="{FF2B5EF4-FFF2-40B4-BE49-F238E27FC236}">
                <a16:creationId xmlns:a16="http://schemas.microsoft.com/office/drawing/2014/main" id="{7170C7EA-FE0A-47D2-9415-BF08AA42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stone-B-r3c2">
            <a:extLst xmlns:a="http://schemas.openxmlformats.org/drawingml/2006/main">
              <a:ext uri="{FF2B5EF4-FFF2-40B4-BE49-F238E27FC236}">
                <a16:creationId xmlns:a16="http://schemas.microsoft.com/office/drawing/2014/main" id="{7DE6BD06-3B6A-4E5B-B92C-38ADEC30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4178760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1" name="board0-stone-W-r1c1">
            <a:extLst xmlns:a="http://schemas.openxmlformats.org/drawingml/2006/main">
              <a:ext uri="{FF2B5EF4-FFF2-40B4-BE49-F238E27FC236}">
                <a16:creationId xmlns:a16="http://schemas.microsoft.com/office/drawing/2014/main" id="{AB916CCB-DD4E-44D0-B518-58F49894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2" name="board0-stone-W-r1c3">
            <a:extLst xmlns:a="http://schemas.openxmlformats.org/drawingml/2006/main">
              <a:ext uri="{FF2B5EF4-FFF2-40B4-BE49-F238E27FC236}">
                <a16:creationId xmlns:a16="http://schemas.microsoft.com/office/drawing/2014/main" id="{2F00E415-3A1D-4DEE-B43B-E687ECEA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3" name="board0-stone-W-r3c1">
            <a:extLst xmlns:a="http://schemas.openxmlformats.org/drawingml/2006/main">
              <a:ext uri="{FF2B5EF4-FFF2-40B4-BE49-F238E27FC236}">
                <a16:creationId xmlns:a16="http://schemas.microsoft.com/office/drawing/2014/main" id="{4B2DAA4D-6CA3-4204-B137-449D3291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4178760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4" name="board0-stone-W-r3c3">
            <a:extLst xmlns:a="http://schemas.openxmlformats.org/drawingml/2006/main">
              <a:ext uri="{FF2B5EF4-FFF2-40B4-BE49-F238E27FC236}">
                <a16:creationId xmlns:a16="http://schemas.microsoft.com/office/drawing/2014/main" id="{FA7E9017-91AA-4F34-BA52-448BD95A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4178760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5" name="board0-stone-W-r0c2">
            <a:extLst xmlns:a="http://schemas.openxmlformats.org/drawingml/2006/main">
              <a:ext uri="{FF2B5EF4-FFF2-40B4-BE49-F238E27FC236}">
                <a16:creationId xmlns:a16="http://schemas.microsoft.com/office/drawing/2014/main" id="{2225195C-4C59-4B9B-86B2-F0C78D38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184989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6" name="board0-stone-W-r2c0">
            <a:extLst xmlns:a="http://schemas.openxmlformats.org/drawingml/2006/main">
              <a:ext uri="{FF2B5EF4-FFF2-40B4-BE49-F238E27FC236}">
                <a16:creationId xmlns:a16="http://schemas.microsoft.com/office/drawing/2014/main" id="{336ECF8F-AB58-4464-A250-89DAF099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23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7" name="board0-stone-W-r2c4">
            <a:extLst xmlns:a="http://schemas.openxmlformats.org/drawingml/2006/main">
              <a:ext uri="{FF2B5EF4-FFF2-40B4-BE49-F238E27FC236}">
                <a16:creationId xmlns:a16="http://schemas.microsoft.com/office/drawing/2014/main" id="{D92B2E5C-3EE6-40CB-B74C-EB17E224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73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8" name="board0-target-r1c2">
            <a:extLst xmlns:a="http://schemas.openxmlformats.org/drawingml/2006/main">
              <a:ext uri="{FF2B5EF4-FFF2-40B4-BE49-F238E27FC236}">
                <a16:creationId xmlns:a16="http://schemas.microsoft.com/office/drawing/2014/main" id="{27843D01-F895-4EC3-BC25-9C29D811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018" y="2789206"/>
            <a:ext cx="279464" cy="279464"/>
          </a:xfrm>
          <a:custGeom xmlns:a="http://schemas.openxmlformats.org/drawingml/2006/main">
            <a:pathLst>
              <a:path w="279464" h="279464">
                <a:moveTo>
                  <a:pt x="139732" y="0"/>
                </a:moveTo>
                <a:lnTo>
                  <a:pt x="279464" y="279464"/>
                </a:lnTo>
                <a:lnTo>
                  <a:pt x="0" y="279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39" name="board0-target-r2c1">
            <a:extLst xmlns:a="http://schemas.openxmlformats.org/drawingml/2006/main">
              <a:ext uri="{FF2B5EF4-FFF2-40B4-BE49-F238E27FC236}">
                <a16:creationId xmlns:a16="http://schemas.microsoft.com/office/drawing/2014/main" id="{ED56F069-3499-4B88-B123-93479303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731" y="3565493"/>
            <a:ext cx="279464" cy="279464"/>
          </a:xfrm>
          <a:custGeom xmlns:a="http://schemas.openxmlformats.org/drawingml/2006/main">
            <a:pathLst>
              <a:path w="279464" h="279464">
                <a:moveTo>
                  <a:pt x="139732" y="0"/>
                </a:moveTo>
                <a:lnTo>
                  <a:pt x="279464" y="279464"/>
                </a:lnTo>
                <a:lnTo>
                  <a:pt x="0" y="279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40" name="board0-target-r2c3">
            <a:extLst xmlns:a="http://schemas.openxmlformats.org/drawingml/2006/main">
              <a:ext uri="{FF2B5EF4-FFF2-40B4-BE49-F238E27FC236}">
                <a16:creationId xmlns:a16="http://schemas.microsoft.com/office/drawing/2014/main" id="{5FEF3F8F-CE54-458C-B220-619EE852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306" y="3565493"/>
            <a:ext cx="279464" cy="279464"/>
          </a:xfrm>
          <a:custGeom xmlns:a="http://schemas.openxmlformats.org/drawingml/2006/main">
            <a:pathLst>
              <a:path w="279464" h="279464">
                <a:moveTo>
                  <a:pt x="139732" y="0"/>
                </a:moveTo>
                <a:lnTo>
                  <a:pt x="279464" y="279464"/>
                </a:lnTo>
                <a:lnTo>
                  <a:pt x="0" y="279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41" name="body-0">
            <a:extLst xmlns:a="http://schemas.openxmlformats.org/drawingml/2006/main">
              <a:ext uri="{FF2B5EF4-FFF2-40B4-BE49-F238E27FC236}">
                <a16:creationId xmlns:a16="http://schemas.microsoft.com/office/drawing/2014/main" id="{C53BBBB2-0100-41CD-8065-49B43867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白先：观察中央 C3 空点。</a:t>
            </a:r>
          </a:p>
        </p:txBody>
      </p:sp>
      <p:sp>
        <p:nvSpPr>
          <p:cNvPr id="42" name="body-1">
            <a:extLst xmlns:a="http://schemas.openxmlformats.org/drawingml/2006/main">
              <a:ext uri="{FF2B5EF4-FFF2-40B4-BE49-F238E27FC236}">
                <a16:creationId xmlns:a16="http://schemas.microsoft.com/office/drawing/2014/main" id="{881E88D5-7167-4AAE-8C48-8602EFB4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它看起来被黑棋围住。</a:t>
            </a:r>
          </a:p>
        </p:txBody>
      </p:sp>
      <p:sp>
        <p:nvSpPr>
          <p:cNvPr id="43" name="body-2">
            <a:extLst xmlns:a="http://schemas.openxmlformats.org/drawingml/2006/main">
              <a:ext uri="{FF2B5EF4-FFF2-40B4-BE49-F238E27FC236}">
                <a16:creationId xmlns:a16="http://schemas.microsoft.com/office/drawing/2014/main" id="{9905F20B-0D3D-44CB-887B-273B5114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白能在这里下吗？说说理由。</a:t>
            </a:r>
          </a:p>
        </p:txBody>
      </p:sp>
    </p:spTree>
    <p:extLst>
      <p:ext uri="{BB962C8B-B14F-4D97-AF65-F5344CB8AC3E}">
        <p14:creationId xmlns:p14="http://schemas.microsoft.com/office/powerpoint/2010/main" val="11520510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topic">
            <a:extLst xmlns:a="http://schemas.openxmlformats.org/drawingml/2006/main">
              <a:ext uri="{FF2B5EF4-FFF2-40B4-BE49-F238E27FC236}">
                <a16:creationId xmlns:a16="http://schemas.microsoft.com/office/drawing/2014/main" id="{2595CE3B-2584-4E34-B71C-AE6C6843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05  眼和简单死活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931CB11-92CD-47D2-A9DF-41B46F57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假眼：眼壁会先被提走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5F2ACC77-44F1-4203-90A9-EF29B40B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22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F9D971E8-261A-4FE2-934F-F360FE49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直观示例</a:t>
            </a:r>
          </a:p>
        </p:txBody>
      </p:sp>
      <p:sp>
        <p:nvSpPr>
          <p:cNvPr id="5" name="caption0">
            <a:extLst xmlns:a="http://schemas.openxmlformats.org/drawingml/2006/main">
              <a:ext uri="{FF2B5EF4-FFF2-40B4-BE49-F238E27FC236}">
                <a16:creationId xmlns:a16="http://schemas.microsoft.com/office/drawing/2014/main" id="{3E1C4E16-87C3-432E-8506-10AE4EF3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33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白C3前：三目标各只余C3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F96AD925-21F8-439D-88F1-7EE8FD01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743075"/>
            <a:ext cx="2705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0EF03F84-C832-4D22-81FD-1ADF3E53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05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F77C076E-132D-40BB-9BA2-4E1E72E6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FB8519F4-1FD7-4CD9-8747-79B80FD9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B9480CA3-C972-4E8F-93D0-B8CE9D0E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526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26BC425E-7BE8-4044-85E3-1E201E63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00313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D1F08989-F80C-4FDC-8DB7-6987AE0A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3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D149D605-3A65-4098-97C9-17DF8897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F763A935-FEAF-4D5F-A32B-38032A11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479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CAEAE78C-0C71-4FA0-8B45-D36F653C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95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B15D2352-9DA9-4DF2-9D68-587B1B15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56EE2A28-6757-4E68-94C3-EA7972CD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769DC96B-413D-42B6-94FD-0327D893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432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1C98C215-22C5-4E27-BBF4-EFB87E92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90938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52880A93-5BA7-46F0-8985-DE722F19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838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00D0C390-5240-4447-A3BE-08B13E5F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388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4D261624-76FF-47E4-99F7-0B33A742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38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5F8E8AE3-D968-47AF-84B1-C0B20907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86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0C8D7441-6255-43F9-A606-5DCCBC2B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1CBEF851-08E1-4DC5-B8D7-0BFE4E01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2BCE6290-FEE1-41AE-B512-DD9C8BA4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33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B-r1c2">
            <a:extLst xmlns:a="http://schemas.openxmlformats.org/drawingml/2006/main">
              <a:ext uri="{FF2B5EF4-FFF2-40B4-BE49-F238E27FC236}">
                <a16:creationId xmlns:a16="http://schemas.microsoft.com/office/drawing/2014/main" id="{E4582C1A-F0B6-4859-A081-0368B723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2c1">
            <a:extLst xmlns:a="http://schemas.openxmlformats.org/drawingml/2006/main">
              <a:ext uri="{FF2B5EF4-FFF2-40B4-BE49-F238E27FC236}">
                <a16:creationId xmlns:a16="http://schemas.microsoft.com/office/drawing/2014/main" id="{97D82F81-A813-4853-8E7E-D49A2B14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041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B-r2c3">
            <a:extLst xmlns:a="http://schemas.openxmlformats.org/drawingml/2006/main">
              <a:ext uri="{FF2B5EF4-FFF2-40B4-BE49-F238E27FC236}">
                <a16:creationId xmlns:a16="http://schemas.microsoft.com/office/drawing/2014/main" id="{2286BD48-68CE-446F-AA02-24ED1D73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666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stone-B-r3c2">
            <a:extLst xmlns:a="http://schemas.openxmlformats.org/drawingml/2006/main">
              <a:ext uri="{FF2B5EF4-FFF2-40B4-BE49-F238E27FC236}">
                <a16:creationId xmlns:a16="http://schemas.microsoft.com/office/drawing/2014/main" id="{9550CB46-E61C-443C-9240-3ADD3C36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1" name="board0-stone-W-r1c1">
            <a:extLst xmlns:a="http://schemas.openxmlformats.org/drawingml/2006/main">
              <a:ext uri="{FF2B5EF4-FFF2-40B4-BE49-F238E27FC236}">
                <a16:creationId xmlns:a16="http://schemas.microsoft.com/office/drawing/2014/main" id="{62D0F01C-C5A1-4B54-8E86-7CFA6762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041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2" name="board0-stone-W-r1c3">
            <a:extLst xmlns:a="http://schemas.openxmlformats.org/drawingml/2006/main">
              <a:ext uri="{FF2B5EF4-FFF2-40B4-BE49-F238E27FC236}">
                <a16:creationId xmlns:a16="http://schemas.microsoft.com/office/drawing/2014/main" id="{C1BA745A-6315-4E9B-BEB2-474D721F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666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3" name="board0-stone-W-r3c1">
            <a:extLst xmlns:a="http://schemas.openxmlformats.org/drawingml/2006/main">
              <a:ext uri="{FF2B5EF4-FFF2-40B4-BE49-F238E27FC236}">
                <a16:creationId xmlns:a16="http://schemas.microsoft.com/office/drawing/2014/main" id="{71A43C44-8E4E-4195-A6F9-1F03B863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041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4" name="board0-stone-W-r3c3">
            <a:extLst xmlns:a="http://schemas.openxmlformats.org/drawingml/2006/main">
              <a:ext uri="{FF2B5EF4-FFF2-40B4-BE49-F238E27FC236}">
                <a16:creationId xmlns:a16="http://schemas.microsoft.com/office/drawing/2014/main" id="{2B3BC117-785A-4A86-93A4-AE6540E3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666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5" name="board0-stone-W-r0c2">
            <a:extLst xmlns:a="http://schemas.openxmlformats.org/drawingml/2006/main">
              <a:ext uri="{FF2B5EF4-FFF2-40B4-BE49-F238E27FC236}">
                <a16:creationId xmlns:a16="http://schemas.microsoft.com/office/drawing/2014/main" id="{85C5B62D-113C-4454-A8A5-05C20B3D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1672828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6" name="board0-stone-W-r2c0">
            <a:extLst xmlns:a="http://schemas.openxmlformats.org/drawingml/2006/main">
              <a:ext uri="{FF2B5EF4-FFF2-40B4-BE49-F238E27FC236}">
                <a16:creationId xmlns:a16="http://schemas.microsoft.com/office/drawing/2014/main" id="{ECCF2E6A-F91A-4988-910D-72A9185E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728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7" name="board0-stone-W-r2c4">
            <a:extLst xmlns:a="http://schemas.openxmlformats.org/drawingml/2006/main">
              <a:ext uri="{FF2B5EF4-FFF2-40B4-BE49-F238E27FC236}">
                <a16:creationId xmlns:a16="http://schemas.microsoft.com/office/drawing/2014/main" id="{9460FE1B-C9DD-425A-8198-2EDAC8EC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978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8" name="board0-target-r1c2">
            <a:extLst xmlns:a="http://schemas.openxmlformats.org/drawingml/2006/main">
              <a:ext uri="{FF2B5EF4-FFF2-40B4-BE49-F238E27FC236}">
                <a16:creationId xmlns:a16="http://schemas.microsoft.com/office/drawing/2014/main" id="{DC6E8C52-3D34-4B5F-BC35-A7DEAEE2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369" y="2393156"/>
            <a:ext cx="214313" cy="214313"/>
          </a:xfrm>
          <a:custGeom xmlns:a="http://schemas.openxmlformats.org/drawingml/2006/main">
            <a:pathLst>
              <a:path w="214313" h="214313">
                <a:moveTo>
                  <a:pt x="107156" y="0"/>
                </a:moveTo>
                <a:lnTo>
                  <a:pt x="214313" y="214313"/>
                </a:lnTo>
                <a:lnTo>
                  <a:pt x="0" y="2143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39" name="board0-target-r2c1">
            <a:extLst xmlns:a="http://schemas.openxmlformats.org/drawingml/2006/main">
              <a:ext uri="{FF2B5EF4-FFF2-40B4-BE49-F238E27FC236}">
                <a16:creationId xmlns:a16="http://schemas.microsoft.com/office/drawing/2014/main" id="{EFD30A05-07C6-402B-BAD4-CEBCF289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056" y="2988469"/>
            <a:ext cx="214313" cy="214313"/>
          </a:xfrm>
          <a:custGeom xmlns:a="http://schemas.openxmlformats.org/drawingml/2006/main">
            <a:pathLst>
              <a:path w="214313" h="214313">
                <a:moveTo>
                  <a:pt x="107156" y="0"/>
                </a:moveTo>
                <a:lnTo>
                  <a:pt x="214313" y="214313"/>
                </a:lnTo>
                <a:lnTo>
                  <a:pt x="0" y="2143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40" name="board0-target-r2c3">
            <a:extLst xmlns:a="http://schemas.openxmlformats.org/drawingml/2006/main">
              <a:ext uri="{FF2B5EF4-FFF2-40B4-BE49-F238E27FC236}">
                <a16:creationId xmlns:a16="http://schemas.microsoft.com/office/drawing/2014/main" id="{C2A931C6-FDB8-4D63-9720-B2AB0C0D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681" y="2988469"/>
            <a:ext cx="214313" cy="214313"/>
          </a:xfrm>
          <a:custGeom xmlns:a="http://schemas.openxmlformats.org/drawingml/2006/main">
            <a:pathLst>
              <a:path w="214313" h="214313">
                <a:moveTo>
                  <a:pt x="107156" y="0"/>
                </a:moveTo>
                <a:lnTo>
                  <a:pt x="214313" y="214313"/>
                </a:lnTo>
                <a:lnTo>
                  <a:pt x="0" y="2143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41" name="caption1">
            <a:extLst xmlns:a="http://schemas.openxmlformats.org/drawingml/2006/main">
              <a:ext uri="{FF2B5EF4-FFF2-40B4-BE49-F238E27FC236}">
                <a16:creationId xmlns:a16="http://schemas.microsoft.com/office/drawing/2014/main" id="{1F0020E1-CC81-4CEF-B647-B0C03634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33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白C3后：三个目标已被提走</a:t>
            </a:r>
          </a:p>
        </p:txBody>
      </p:sp>
      <p:sp>
        <p:nvSpPr>
          <p:cNvPr id="42" name="board1-surface">
            <a:extLst xmlns:a="http://schemas.openxmlformats.org/drawingml/2006/main">
              <a:ext uri="{FF2B5EF4-FFF2-40B4-BE49-F238E27FC236}">
                <a16:creationId xmlns:a16="http://schemas.microsoft.com/office/drawing/2014/main" id="{AE06B9E2-BABC-40DE-8364-4BB799C9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743075"/>
            <a:ext cx="2705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43" name="board1-grid-row-0">
            <a:extLst xmlns:a="http://schemas.openxmlformats.org/drawingml/2006/main">
              <a:ext uri="{FF2B5EF4-FFF2-40B4-BE49-F238E27FC236}">
                <a16:creationId xmlns:a16="http://schemas.microsoft.com/office/drawing/2014/main" id="{BF82B533-F628-4CE6-84EB-B24ECA72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4" name="board1-grid-col-0">
            <a:extLst xmlns:a="http://schemas.openxmlformats.org/drawingml/2006/main">
              <a:ext uri="{FF2B5EF4-FFF2-40B4-BE49-F238E27FC236}">
                <a16:creationId xmlns:a16="http://schemas.microsoft.com/office/drawing/2014/main" id="{084231B6-E837-4C97-8630-8022ED8B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5" name="board1-column-0">
            <a:extLst xmlns:a="http://schemas.openxmlformats.org/drawingml/2006/main">
              <a:ext uri="{FF2B5EF4-FFF2-40B4-BE49-F238E27FC236}">
                <a16:creationId xmlns:a16="http://schemas.microsoft.com/office/drawing/2014/main" id="{63090E08-A6DD-4005-9969-AAC0B4C9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46" name="board1-row-0">
            <a:extLst xmlns:a="http://schemas.openxmlformats.org/drawingml/2006/main">
              <a:ext uri="{FF2B5EF4-FFF2-40B4-BE49-F238E27FC236}">
                <a16:creationId xmlns:a16="http://schemas.microsoft.com/office/drawing/2014/main" id="{D025F763-7F17-494A-8198-464D5F6D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526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47" name="board1-grid-row-1">
            <a:extLst xmlns:a="http://schemas.openxmlformats.org/drawingml/2006/main">
              <a:ext uri="{FF2B5EF4-FFF2-40B4-BE49-F238E27FC236}">
                <a16:creationId xmlns:a16="http://schemas.microsoft.com/office/drawing/2014/main" id="{D9637DE6-FB29-4400-BA2A-3FDA3508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00313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8" name="board1-grid-col-1">
            <a:extLst xmlns:a="http://schemas.openxmlformats.org/drawingml/2006/main">
              <a:ext uri="{FF2B5EF4-FFF2-40B4-BE49-F238E27FC236}">
                <a16:creationId xmlns:a16="http://schemas.microsoft.com/office/drawing/2014/main" id="{27C19AA3-B3D0-4A43-A94B-51A1CDCC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9" name="board1-column-1">
            <a:extLst xmlns:a="http://schemas.openxmlformats.org/drawingml/2006/main">
              <a:ext uri="{FF2B5EF4-FFF2-40B4-BE49-F238E27FC236}">
                <a16:creationId xmlns:a16="http://schemas.microsoft.com/office/drawing/2014/main" id="{8D8C9AAF-74CE-46B2-B4D3-A14362FA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263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50" name="board1-row-1">
            <a:extLst xmlns:a="http://schemas.openxmlformats.org/drawingml/2006/main">
              <a:ext uri="{FF2B5EF4-FFF2-40B4-BE49-F238E27FC236}">
                <a16:creationId xmlns:a16="http://schemas.microsoft.com/office/drawing/2014/main" id="{D1A2EC2E-628A-485C-AE09-CB256696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479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51" name="board1-grid-row-2">
            <a:extLst xmlns:a="http://schemas.openxmlformats.org/drawingml/2006/main">
              <a:ext uri="{FF2B5EF4-FFF2-40B4-BE49-F238E27FC236}">
                <a16:creationId xmlns:a16="http://schemas.microsoft.com/office/drawing/2014/main" id="{29A41EC7-18AE-41C7-A838-851D84FF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95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2" name="board1-grid-col-2">
            <a:extLst xmlns:a="http://schemas.openxmlformats.org/drawingml/2006/main">
              <a:ext uri="{FF2B5EF4-FFF2-40B4-BE49-F238E27FC236}">
                <a16:creationId xmlns:a16="http://schemas.microsoft.com/office/drawing/2014/main" id="{BC9D94A1-DB06-4720-9707-EE7152F6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3" name="board1-column-2">
            <a:extLst xmlns:a="http://schemas.openxmlformats.org/drawingml/2006/main">
              <a:ext uri="{FF2B5EF4-FFF2-40B4-BE49-F238E27FC236}">
                <a16:creationId xmlns:a16="http://schemas.microsoft.com/office/drawing/2014/main" id="{B6123E85-D8B3-4036-B526-61678D96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54" name="board1-row-2">
            <a:extLst xmlns:a="http://schemas.openxmlformats.org/drawingml/2006/main">
              <a:ext uri="{FF2B5EF4-FFF2-40B4-BE49-F238E27FC236}">
                <a16:creationId xmlns:a16="http://schemas.microsoft.com/office/drawing/2014/main" id="{3D0C3DD2-F66B-4138-A7B9-425577D4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432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55" name="board1-grid-row-3">
            <a:extLst xmlns:a="http://schemas.openxmlformats.org/drawingml/2006/main">
              <a:ext uri="{FF2B5EF4-FFF2-40B4-BE49-F238E27FC236}">
                <a16:creationId xmlns:a16="http://schemas.microsoft.com/office/drawing/2014/main" id="{C552FCCB-531C-4F8C-BE70-D9C2F258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0938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6" name="board1-grid-col-3">
            <a:extLst xmlns:a="http://schemas.openxmlformats.org/drawingml/2006/main">
              <a:ext uri="{FF2B5EF4-FFF2-40B4-BE49-F238E27FC236}">
                <a16:creationId xmlns:a16="http://schemas.microsoft.com/office/drawing/2014/main" id="{AB0AC91C-1797-4DE8-A7EF-9A3DAFB2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338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7" name="board1-column-3">
            <a:extLst xmlns:a="http://schemas.openxmlformats.org/drawingml/2006/main">
              <a:ext uri="{FF2B5EF4-FFF2-40B4-BE49-F238E27FC236}">
                <a16:creationId xmlns:a16="http://schemas.microsoft.com/office/drawing/2014/main" id="{67E807EC-372A-45DC-8E2C-DEC41AAF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58" name="board1-row-3">
            <a:extLst xmlns:a="http://schemas.openxmlformats.org/drawingml/2006/main">
              <a:ext uri="{FF2B5EF4-FFF2-40B4-BE49-F238E27FC236}">
                <a16:creationId xmlns:a16="http://schemas.microsoft.com/office/drawing/2014/main" id="{2567C394-6621-41EE-B3B2-D42DCA6D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38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59" name="board1-grid-row-4">
            <a:extLst xmlns:a="http://schemas.openxmlformats.org/drawingml/2006/main">
              <a:ext uri="{FF2B5EF4-FFF2-40B4-BE49-F238E27FC236}">
                <a16:creationId xmlns:a16="http://schemas.microsoft.com/office/drawing/2014/main" id="{B574A838-E7A4-4074-9FF6-1247B035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60" name="board1-grid-col-4">
            <a:extLst xmlns:a="http://schemas.openxmlformats.org/drawingml/2006/main">
              <a:ext uri="{FF2B5EF4-FFF2-40B4-BE49-F238E27FC236}">
                <a16:creationId xmlns:a16="http://schemas.microsoft.com/office/drawing/2014/main" id="{ED1C7F38-5CD5-4440-BE8B-7D3BB665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61" name="board1-column-4">
            <a:extLst xmlns:a="http://schemas.openxmlformats.org/drawingml/2006/main">
              <a:ext uri="{FF2B5EF4-FFF2-40B4-BE49-F238E27FC236}">
                <a16:creationId xmlns:a16="http://schemas.microsoft.com/office/drawing/2014/main" id="{3671F54A-5A61-47CC-8684-A3EAB660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62" name="board1-row-4">
            <a:extLst xmlns:a="http://schemas.openxmlformats.org/drawingml/2006/main">
              <a:ext uri="{FF2B5EF4-FFF2-40B4-BE49-F238E27FC236}">
                <a16:creationId xmlns:a16="http://schemas.microsoft.com/office/drawing/2014/main" id="{16C6A1B7-5F84-4AEA-9E0A-0B30CD86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33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63" name="board1-stone-W-r0c2">
            <a:extLst xmlns:a="http://schemas.openxmlformats.org/drawingml/2006/main">
              <a:ext uri="{FF2B5EF4-FFF2-40B4-BE49-F238E27FC236}">
                <a16:creationId xmlns:a16="http://schemas.microsoft.com/office/drawing/2014/main" id="{CB0E9E58-00D9-413A-98DB-A983E0C2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853" y="1672828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64" name="board1-stone-W-r1c1">
            <a:extLst xmlns:a="http://schemas.openxmlformats.org/drawingml/2006/main">
              <a:ext uri="{FF2B5EF4-FFF2-40B4-BE49-F238E27FC236}">
                <a16:creationId xmlns:a16="http://schemas.microsoft.com/office/drawing/2014/main" id="{9E4C2FC1-9BC5-4643-B600-99838DAF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541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65" name="board1-stone-W-r1c3">
            <a:extLst xmlns:a="http://schemas.openxmlformats.org/drawingml/2006/main">
              <a:ext uri="{FF2B5EF4-FFF2-40B4-BE49-F238E27FC236}">
                <a16:creationId xmlns:a16="http://schemas.microsoft.com/office/drawing/2014/main" id="{379B2B3D-6B90-458F-AF4D-BD62FCAD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166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66" name="board1-stone-W-r2c0">
            <a:extLst xmlns:a="http://schemas.openxmlformats.org/drawingml/2006/main">
              <a:ext uri="{FF2B5EF4-FFF2-40B4-BE49-F238E27FC236}">
                <a16:creationId xmlns:a16="http://schemas.microsoft.com/office/drawing/2014/main" id="{12B2BAE6-297A-4256-BB46-2D2AD170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228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67" name="board1-stone-W-r2c2">
            <a:extLst xmlns:a="http://schemas.openxmlformats.org/drawingml/2006/main">
              <a:ext uri="{FF2B5EF4-FFF2-40B4-BE49-F238E27FC236}">
                <a16:creationId xmlns:a16="http://schemas.microsoft.com/office/drawing/2014/main" id="{7A720D9D-FA43-465B-A807-45323E4C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853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68" name="board1-stone-W-r2c4">
            <a:extLst xmlns:a="http://schemas.openxmlformats.org/drawingml/2006/main">
              <a:ext uri="{FF2B5EF4-FFF2-40B4-BE49-F238E27FC236}">
                <a16:creationId xmlns:a16="http://schemas.microsoft.com/office/drawing/2014/main" id="{E63B25C6-7FE0-4663-85F9-6B10FA72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2478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69" name="board1-stone-W-r3c1">
            <a:extLst xmlns:a="http://schemas.openxmlformats.org/drawingml/2006/main">
              <a:ext uri="{FF2B5EF4-FFF2-40B4-BE49-F238E27FC236}">
                <a16:creationId xmlns:a16="http://schemas.microsoft.com/office/drawing/2014/main" id="{F8855E20-A363-4820-9C0D-E882FC68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541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70" name="board1-stone-B-r3c2">
            <a:extLst xmlns:a="http://schemas.openxmlformats.org/drawingml/2006/main">
              <a:ext uri="{FF2B5EF4-FFF2-40B4-BE49-F238E27FC236}">
                <a16:creationId xmlns:a16="http://schemas.microsoft.com/office/drawing/2014/main" id="{32901901-E07D-4431-924C-D84A43D6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853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71" name="board1-stone-W-r3c3">
            <a:extLst xmlns:a="http://schemas.openxmlformats.org/drawingml/2006/main">
              <a:ext uri="{FF2B5EF4-FFF2-40B4-BE49-F238E27FC236}">
                <a16:creationId xmlns:a16="http://schemas.microsoft.com/office/drawing/2014/main" id="{EC0ADC19-F3AE-408E-8688-0EC7DC7D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166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72" name="board1-move-number">
            <a:extLst xmlns:a="http://schemas.openxmlformats.org/drawingml/2006/main">
              <a:ext uri="{FF2B5EF4-FFF2-40B4-BE49-F238E27FC236}">
                <a16:creationId xmlns:a16="http://schemas.microsoft.com/office/drawing/2014/main" id="{7398881C-069F-40D6-982B-43A9D296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103" y="2952750"/>
            <a:ext cx="273844" cy="291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88" b="1">
                <a:solidFill>
                  <a:srgbClr val="111111"/>
                </a:solidFill>
                <a:latin typeface="Noto Sans SC"/>
                <a:ea typeface="Noto Sans SC"/>
                <a:cs typeface="Noto Sans SC"/>
              </a:defRPr>
            </a:pPr>
            <a:r>
              <a:rPr sz="1688" b="1">
                <a:solidFill>
                  <a:srgbClr val="111111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73" name="comparison-body">
            <a:extLst xmlns:a="http://schemas.openxmlformats.org/drawingml/2006/main">
              <a:ext uri="{FF2B5EF4-FFF2-40B4-BE49-F238E27FC236}">
                <a16:creationId xmlns:a16="http://schemas.microsoft.com/office/drawing/2014/main" id="{BB2AF05F-1106-4524-BBE8-C7AE60EA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白 C3 同时提掉三个目标黑块。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先提子后获得气，因此白 C3 合法。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这个空点是假眼（false eye）。</a:t>
            </a:r>
          </a:p>
        </p:txBody>
      </p:sp>
    </p:spTree>
    <p:extLst>
      <p:ext uri="{BB962C8B-B14F-4D97-AF65-F5344CB8AC3E}">
        <p14:creationId xmlns:p14="http://schemas.microsoft.com/office/powerpoint/2010/main" val="10451414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topic">
            <a:extLst xmlns:a="http://schemas.openxmlformats.org/drawingml/2006/main">
              <a:ext uri="{FF2B5EF4-FFF2-40B4-BE49-F238E27FC236}">
                <a16:creationId xmlns:a16="http://schemas.microsoft.com/office/drawing/2014/main" id="{EAE7BD43-0C59-414B-BC6B-B29B8A78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05  眼和简单死活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77DECF1-5E04-4864-9499-734DC10A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两个空点，还是两个独立真眼？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A2B9F86-4FA3-41CA-AD69-F281ED1E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23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8F00D159-364F-41E3-B9B8-700FD5A9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关键对比</a:t>
            </a:r>
          </a:p>
        </p:txBody>
      </p:sp>
      <p:sp>
        <p:nvSpPr>
          <p:cNvPr id="5" name="caption0">
            <a:extLst xmlns:a="http://schemas.openxmlformats.org/drawingml/2006/main">
              <a:ext uri="{FF2B5EF4-FFF2-40B4-BE49-F238E27FC236}">
                <a16:creationId xmlns:a16="http://schemas.microsoft.com/office/drawing/2014/main" id="{70B18B9B-DF24-4F96-A963-0A93E6FE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33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白方轮次；黑不主动自填眼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35570435-0B0A-4209-AA7E-8F150972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743075"/>
            <a:ext cx="2705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8A877FCB-94A4-49CA-BFB3-13CF6731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05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7A31B03F-4BE6-458D-9418-D81AD351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78E99C02-1237-42EA-A59B-694383C1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9CC2B476-061C-4446-B2A0-BB8BEDE1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526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520E92A3-D117-41B4-928F-3D707A41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00313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3DF6A712-EAA0-4488-9EF9-DC2A7428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3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A5ED0588-659A-4420-817F-BAD0A679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20CB87F9-9446-4D5F-9A19-95936EA1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479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DAF213A9-8D45-417E-828C-324CB6F8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95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C47DF936-7BB3-493B-AF05-C1EF4F95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8317EBF5-B749-43C8-B123-22A22954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8C0C6EF9-CB32-42AC-95FE-E3306B55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432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D5AEA8D5-C228-4A26-B0DB-71BE6C4C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90938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B32CEC6B-26AB-498A-94EB-D34E6AC5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838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D93F8626-9011-46FE-97F0-650BD466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388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A52F04EC-57EE-4180-ACBC-751010C8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38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26BA8FFE-E743-45B4-B568-995E3C30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86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C46CF707-5A81-457B-A83E-388F8780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98753F99-AE96-4D68-905A-E31142E2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422EC9BC-6E04-494C-A436-19B99A9D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33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B-r0c0">
            <a:extLst xmlns:a="http://schemas.openxmlformats.org/drawingml/2006/main">
              <a:ext uri="{FF2B5EF4-FFF2-40B4-BE49-F238E27FC236}">
                <a16:creationId xmlns:a16="http://schemas.microsoft.com/office/drawing/2014/main" id="{693907EF-0449-4D37-829C-FD965C7B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728" y="1672828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0c1">
            <a:extLst xmlns:a="http://schemas.openxmlformats.org/drawingml/2006/main">
              <a:ext uri="{FF2B5EF4-FFF2-40B4-BE49-F238E27FC236}">
                <a16:creationId xmlns:a16="http://schemas.microsoft.com/office/drawing/2014/main" id="{65737126-67FB-484C-9BE5-737C9C6C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041" y="1672828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B-r0c2">
            <a:extLst xmlns:a="http://schemas.openxmlformats.org/drawingml/2006/main">
              <a:ext uri="{FF2B5EF4-FFF2-40B4-BE49-F238E27FC236}">
                <a16:creationId xmlns:a16="http://schemas.microsoft.com/office/drawing/2014/main" id="{193C0F80-A15B-4F54-BAFB-CB336339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1672828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stone-B-r0c3">
            <a:extLst xmlns:a="http://schemas.openxmlformats.org/drawingml/2006/main">
              <a:ext uri="{FF2B5EF4-FFF2-40B4-BE49-F238E27FC236}">
                <a16:creationId xmlns:a16="http://schemas.microsoft.com/office/drawing/2014/main" id="{B1A36C46-32F0-4D64-A235-A8F7244E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666" y="1672828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1" name="board0-stone-B-r0c4">
            <a:extLst xmlns:a="http://schemas.openxmlformats.org/drawingml/2006/main">
              <a:ext uri="{FF2B5EF4-FFF2-40B4-BE49-F238E27FC236}">
                <a16:creationId xmlns:a16="http://schemas.microsoft.com/office/drawing/2014/main" id="{D35BD8D8-960B-4291-968C-BEC4AB8D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978" y="1672828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2" name="board0-stone-B-r1c0">
            <a:extLst xmlns:a="http://schemas.openxmlformats.org/drawingml/2006/main">
              <a:ext uri="{FF2B5EF4-FFF2-40B4-BE49-F238E27FC236}">
                <a16:creationId xmlns:a16="http://schemas.microsoft.com/office/drawing/2014/main" id="{38255A39-2AFF-410E-9A98-C71FD39C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728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3" name="board0-stone-B-r1c2">
            <a:extLst xmlns:a="http://schemas.openxmlformats.org/drawingml/2006/main">
              <a:ext uri="{FF2B5EF4-FFF2-40B4-BE49-F238E27FC236}">
                <a16:creationId xmlns:a16="http://schemas.microsoft.com/office/drawing/2014/main" id="{5D9302F6-9D13-446D-A0C1-DAB2203A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4" name="board0-stone-B-r1c4">
            <a:extLst xmlns:a="http://schemas.openxmlformats.org/drawingml/2006/main">
              <a:ext uri="{FF2B5EF4-FFF2-40B4-BE49-F238E27FC236}">
                <a16:creationId xmlns:a16="http://schemas.microsoft.com/office/drawing/2014/main" id="{F714FEF8-9EE1-47EA-8B20-0D35AB49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978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5" name="board0-stone-B-r2c0">
            <a:extLst xmlns:a="http://schemas.openxmlformats.org/drawingml/2006/main">
              <a:ext uri="{FF2B5EF4-FFF2-40B4-BE49-F238E27FC236}">
                <a16:creationId xmlns:a16="http://schemas.microsoft.com/office/drawing/2014/main" id="{E092CF3F-4F7D-4572-85C0-DCAD8BBE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728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6" name="board0-stone-B-r2c1">
            <a:extLst xmlns:a="http://schemas.openxmlformats.org/drawingml/2006/main">
              <a:ext uri="{FF2B5EF4-FFF2-40B4-BE49-F238E27FC236}">
                <a16:creationId xmlns:a16="http://schemas.microsoft.com/office/drawing/2014/main" id="{B4C683AE-6C62-402D-99A7-8BA80D02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041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7" name="board0-stone-B-r2c2">
            <a:extLst xmlns:a="http://schemas.openxmlformats.org/drawingml/2006/main">
              <a:ext uri="{FF2B5EF4-FFF2-40B4-BE49-F238E27FC236}">
                <a16:creationId xmlns:a16="http://schemas.microsoft.com/office/drawing/2014/main" id="{2560A58E-CB42-4BA7-8ADF-BAC7ED22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8" name="board0-stone-B-r2c3">
            <a:extLst xmlns:a="http://schemas.openxmlformats.org/drawingml/2006/main">
              <a:ext uri="{FF2B5EF4-FFF2-40B4-BE49-F238E27FC236}">
                <a16:creationId xmlns:a16="http://schemas.microsoft.com/office/drawing/2014/main" id="{AB8C0E76-2A6D-4733-85E4-FF7B6A60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666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9" name="board0-stone-B-r2c4">
            <a:extLst xmlns:a="http://schemas.openxmlformats.org/drawingml/2006/main">
              <a:ext uri="{FF2B5EF4-FFF2-40B4-BE49-F238E27FC236}">
                <a16:creationId xmlns:a16="http://schemas.microsoft.com/office/drawing/2014/main" id="{F8C1DE0F-A3D8-4531-BE8C-09186E3E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978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0" name="board0-stone-W-r3c0">
            <a:extLst xmlns:a="http://schemas.openxmlformats.org/drawingml/2006/main">
              <a:ext uri="{FF2B5EF4-FFF2-40B4-BE49-F238E27FC236}">
                <a16:creationId xmlns:a16="http://schemas.microsoft.com/office/drawing/2014/main" id="{2EF4FC2B-B8AB-4EB6-8D18-34E0362F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728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1" name="board0-stone-W-r3c1">
            <a:extLst xmlns:a="http://schemas.openxmlformats.org/drawingml/2006/main">
              <a:ext uri="{FF2B5EF4-FFF2-40B4-BE49-F238E27FC236}">
                <a16:creationId xmlns:a16="http://schemas.microsoft.com/office/drawing/2014/main" id="{897179E6-1616-437F-94AB-08C2151D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041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2" name="board0-stone-W-r3c2">
            <a:extLst xmlns:a="http://schemas.openxmlformats.org/drawingml/2006/main">
              <a:ext uri="{FF2B5EF4-FFF2-40B4-BE49-F238E27FC236}">
                <a16:creationId xmlns:a16="http://schemas.microsoft.com/office/drawing/2014/main" id="{2FA437AC-DC43-4BDA-8EBB-BD4E2014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3" name="board0-stone-W-r3c3">
            <a:extLst xmlns:a="http://schemas.openxmlformats.org/drawingml/2006/main">
              <a:ext uri="{FF2B5EF4-FFF2-40B4-BE49-F238E27FC236}">
                <a16:creationId xmlns:a16="http://schemas.microsoft.com/office/drawing/2014/main" id="{35438C83-2260-4683-8EF6-A6289DBD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666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4" name="board0-stone-W-r3c4">
            <a:extLst xmlns:a="http://schemas.openxmlformats.org/drawingml/2006/main">
              <a:ext uri="{FF2B5EF4-FFF2-40B4-BE49-F238E27FC236}">
                <a16:creationId xmlns:a16="http://schemas.microsoft.com/office/drawing/2014/main" id="{3F616261-791A-4754-BEA2-2BA71CD9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978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5" name="caption1">
            <a:extLst xmlns:a="http://schemas.openxmlformats.org/drawingml/2006/main">
              <a:ext uri="{FF2B5EF4-FFF2-40B4-BE49-F238E27FC236}">
                <a16:creationId xmlns:a16="http://schemas.microsoft.com/office/drawing/2014/main" id="{57FE145C-F382-40ED-861C-0C498BD1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33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白先；这里只比较空间结构</a:t>
            </a:r>
          </a:p>
        </p:txBody>
      </p:sp>
      <p:sp>
        <p:nvSpPr>
          <p:cNvPr id="46" name="board1-surface">
            <a:extLst xmlns:a="http://schemas.openxmlformats.org/drawingml/2006/main">
              <a:ext uri="{FF2B5EF4-FFF2-40B4-BE49-F238E27FC236}">
                <a16:creationId xmlns:a16="http://schemas.microsoft.com/office/drawing/2014/main" id="{AAB1ECEF-FF74-484E-8E83-D5898A3E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743075"/>
            <a:ext cx="2705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47" name="board1-grid-row-0">
            <a:extLst xmlns:a="http://schemas.openxmlformats.org/drawingml/2006/main">
              <a:ext uri="{FF2B5EF4-FFF2-40B4-BE49-F238E27FC236}">
                <a16:creationId xmlns:a16="http://schemas.microsoft.com/office/drawing/2014/main" id="{F09212A4-5DFB-41AF-9CB2-22F67470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8" name="board1-grid-col-0">
            <a:extLst xmlns:a="http://schemas.openxmlformats.org/drawingml/2006/main">
              <a:ext uri="{FF2B5EF4-FFF2-40B4-BE49-F238E27FC236}">
                <a16:creationId xmlns:a16="http://schemas.microsoft.com/office/drawing/2014/main" id="{970F6342-B664-48F3-9B20-6E2DCB2E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9" name="board1-column-0">
            <a:extLst xmlns:a="http://schemas.openxmlformats.org/drawingml/2006/main">
              <a:ext uri="{FF2B5EF4-FFF2-40B4-BE49-F238E27FC236}">
                <a16:creationId xmlns:a16="http://schemas.microsoft.com/office/drawing/2014/main" id="{F32A07BA-28CF-4FB2-9E52-2C63FCEF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50" name="board1-row-0">
            <a:extLst xmlns:a="http://schemas.openxmlformats.org/drawingml/2006/main">
              <a:ext uri="{FF2B5EF4-FFF2-40B4-BE49-F238E27FC236}">
                <a16:creationId xmlns:a16="http://schemas.microsoft.com/office/drawing/2014/main" id="{622A5F70-47DB-410B-8FAC-AE7B470E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526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51" name="board1-grid-row-1">
            <a:extLst xmlns:a="http://schemas.openxmlformats.org/drawingml/2006/main">
              <a:ext uri="{FF2B5EF4-FFF2-40B4-BE49-F238E27FC236}">
                <a16:creationId xmlns:a16="http://schemas.microsoft.com/office/drawing/2014/main" id="{3AC814BD-BA60-4ED6-A6D7-A1E1B67E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00313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2" name="board1-grid-col-1">
            <a:extLst xmlns:a="http://schemas.openxmlformats.org/drawingml/2006/main">
              <a:ext uri="{FF2B5EF4-FFF2-40B4-BE49-F238E27FC236}">
                <a16:creationId xmlns:a16="http://schemas.microsoft.com/office/drawing/2014/main" id="{70257714-E600-4FA0-9AE5-78A14553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3" name="board1-column-1">
            <a:extLst xmlns:a="http://schemas.openxmlformats.org/drawingml/2006/main">
              <a:ext uri="{FF2B5EF4-FFF2-40B4-BE49-F238E27FC236}">
                <a16:creationId xmlns:a16="http://schemas.microsoft.com/office/drawing/2014/main" id="{ECC51978-AB3F-47E4-AAFA-A18B2D01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263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54" name="board1-row-1">
            <a:extLst xmlns:a="http://schemas.openxmlformats.org/drawingml/2006/main">
              <a:ext uri="{FF2B5EF4-FFF2-40B4-BE49-F238E27FC236}">
                <a16:creationId xmlns:a16="http://schemas.microsoft.com/office/drawing/2014/main" id="{55D0B645-D574-4382-8A4D-B7BD75A5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479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55" name="board1-grid-row-2">
            <a:extLst xmlns:a="http://schemas.openxmlformats.org/drawingml/2006/main">
              <a:ext uri="{FF2B5EF4-FFF2-40B4-BE49-F238E27FC236}">
                <a16:creationId xmlns:a16="http://schemas.microsoft.com/office/drawing/2014/main" id="{EA889E9D-AEAE-4E2B-BFB9-53790221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95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6" name="board1-grid-col-2">
            <a:extLst xmlns:a="http://schemas.openxmlformats.org/drawingml/2006/main">
              <a:ext uri="{FF2B5EF4-FFF2-40B4-BE49-F238E27FC236}">
                <a16:creationId xmlns:a16="http://schemas.microsoft.com/office/drawing/2014/main" id="{F3ACE551-A91E-4ADE-B2E3-B27D8DA2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7" name="board1-column-2">
            <a:extLst xmlns:a="http://schemas.openxmlformats.org/drawingml/2006/main">
              <a:ext uri="{FF2B5EF4-FFF2-40B4-BE49-F238E27FC236}">
                <a16:creationId xmlns:a16="http://schemas.microsoft.com/office/drawing/2014/main" id="{60DB3860-571F-4233-85CF-66F0FA47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58" name="board1-row-2">
            <a:extLst xmlns:a="http://schemas.openxmlformats.org/drawingml/2006/main">
              <a:ext uri="{FF2B5EF4-FFF2-40B4-BE49-F238E27FC236}">
                <a16:creationId xmlns:a16="http://schemas.microsoft.com/office/drawing/2014/main" id="{D685584E-030C-4D45-9369-CEE87811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432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59" name="board1-grid-row-3">
            <a:extLst xmlns:a="http://schemas.openxmlformats.org/drawingml/2006/main">
              <a:ext uri="{FF2B5EF4-FFF2-40B4-BE49-F238E27FC236}">
                <a16:creationId xmlns:a16="http://schemas.microsoft.com/office/drawing/2014/main" id="{FAF44720-B2B0-44F5-A6C0-EB25F76A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0938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60" name="board1-grid-col-3">
            <a:extLst xmlns:a="http://schemas.openxmlformats.org/drawingml/2006/main">
              <a:ext uri="{FF2B5EF4-FFF2-40B4-BE49-F238E27FC236}">
                <a16:creationId xmlns:a16="http://schemas.microsoft.com/office/drawing/2014/main" id="{AF5DBE47-2E44-44EA-97EA-6CD7D06E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338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61" name="board1-column-3">
            <a:extLst xmlns:a="http://schemas.openxmlformats.org/drawingml/2006/main">
              <a:ext uri="{FF2B5EF4-FFF2-40B4-BE49-F238E27FC236}">
                <a16:creationId xmlns:a16="http://schemas.microsoft.com/office/drawing/2014/main" id="{B3926D45-7D1A-4175-BE8E-8D8825A5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62" name="board1-row-3">
            <a:extLst xmlns:a="http://schemas.openxmlformats.org/drawingml/2006/main">
              <a:ext uri="{FF2B5EF4-FFF2-40B4-BE49-F238E27FC236}">
                <a16:creationId xmlns:a16="http://schemas.microsoft.com/office/drawing/2014/main" id="{26FBEB17-5859-4DEC-A571-A1C9E1B1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38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63" name="board1-grid-row-4">
            <a:extLst xmlns:a="http://schemas.openxmlformats.org/drawingml/2006/main">
              <a:ext uri="{FF2B5EF4-FFF2-40B4-BE49-F238E27FC236}">
                <a16:creationId xmlns:a16="http://schemas.microsoft.com/office/drawing/2014/main" id="{D5F87D53-1F8D-4A2F-91D0-C3B1E765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64" name="board1-grid-col-4">
            <a:extLst xmlns:a="http://schemas.openxmlformats.org/drawingml/2006/main">
              <a:ext uri="{FF2B5EF4-FFF2-40B4-BE49-F238E27FC236}">
                <a16:creationId xmlns:a16="http://schemas.microsoft.com/office/drawing/2014/main" id="{BA227FF4-0899-4FFC-85E1-FFB3C73D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65" name="board1-column-4">
            <a:extLst xmlns:a="http://schemas.openxmlformats.org/drawingml/2006/main">
              <a:ext uri="{FF2B5EF4-FFF2-40B4-BE49-F238E27FC236}">
                <a16:creationId xmlns:a16="http://schemas.microsoft.com/office/drawing/2014/main" id="{650D47C9-D48B-43F8-AF00-E2F0D0E0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66" name="board1-row-4">
            <a:extLst xmlns:a="http://schemas.openxmlformats.org/drawingml/2006/main">
              <a:ext uri="{FF2B5EF4-FFF2-40B4-BE49-F238E27FC236}">
                <a16:creationId xmlns:a16="http://schemas.microsoft.com/office/drawing/2014/main" id="{C3F33E92-8AF3-47CF-A7C0-6CB51E0D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33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67" name="board1-stone-B-r0c0">
            <a:extLst xmlns:a="http://schemas.openxmlformats.org/drawingml/2006/main">
              <a:ext uri="{FF2B5EF4-FFF2-40B4-BE49-F238E27FC236}">
                <a16:creationId xmlns:a16="http://schemas.microsoft.com/office/drawing/2014/main" id="{B4A00A15-9D48-4943-9C07-B2AE17E6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228" y="1672828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68" name="board1-stone-B-r0c3">
            <a:extLst xmlns:a="http://schemas.openxmlformats.org/drawingml/2006/main">
              <a:ext uri="{FF2B5EF4-FFF2-40B4-BE49-F238E27FC236}">
                <a16:creationId xmlns:a16="http://schemas.microsoft.com/office/drawing/2014/main" id="{1DD3738D-69A2-424A-A86C-156CC51F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166" y="1672828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69" name="board1-stone-B-r1c0">
            <a:extLst xmlns:a="http://schemas.openxmlformats.org/drawingml/2006/main">
              <a:ext uri="{FF2B5EF4-FFF2-40B4-BE49-F238E27FC236}">
                <a16:creationId xmlns:a16="http://schemas.microsoft.com/office/drawing/2014/main" id="{CF4974FB-3F5C-45C4-AE8F-27BA4B2A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228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70" name="board1-stone-B-r1c1">
            <a:extLst xmlns:a="http://schemas.openxmlformats.org/drawingml/2006/main">
              <a:ext uri="{FF2B5EF4-FFF2-40B4-BE49-F238E27FC236}">
                <a16:creationId xmlns:a16="http://schemas.microsoft.com/office/drawing/2014/main" id="{D09327EE-965F-4D2B-80C4-806A19AE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541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71" name="board1-stone-B-r1c2">
            <a:extLst xmlns:a="http://schemas.openxmlformats.org/drawingml/2006/main">
              <a:ext uri="{FF2B5EF4-FFF2-40B4-BE49-F238E27FC236}">
                <a16:creationId xmlns:a16="http://schemas.microsoft.com/office/drawing/2014/main" id="{761EFDCA-F465-4F33-AB34-3394B0B3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853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72" name="board1-stone-B-r1c3">
            <a:extLst xmlns:a="http://schemas.openxmlformats.org/drawingml/2006/main">
              <a:ext uri="{FF2B5EF4-FFF2-40B4-BE49-F238E27FC236}">
                <a16:creationId xmlns:a16="http://schemas.microsoft.com/office/drawing/2014/main" id="{738FC3C3-CBF1-40B8-93DA-5439A11C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166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73" name="board1-stone-W-r0c4">
            <a:extLst xmlns:a="http://schemas.openxmlformats.org/drawingml/2006/main">
              <a:ext uri="{FF2B5EF4-FFF2-40B4-BE49-F238E27FC236}">
                <a16:creationId xmlns:a16="http://schemas.microsoft.com/office/drawing/2014/main" id="{C6223606-57F6-4CA2-AE78-0CCC110D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2478" y="1672828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74" name="board1-stone-W-r1c4">
            <a:extLst xmlns:a="http://schemas.openxmlformats.org/drawingml/2006/main">
              <a:ext uri="{FF2B5EF4-FFF2-40B4-BE49-F238E27FC236}">
                <a16:creationId xmlns:a16="http://schemas.microsoft.com/office/drawing/2014/main" id="{05867084-2931-4C64-AE2D-F7C8A93B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2478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75" name="board1-stone-W-r2c0">
            <a:extLst xmlns:a="http://schemas.openxmlformats.org/drawingml/2006/main">
              <a:ext uri="{FF2B5EF4-FFF2-40B4-BE49-F238E27FC236}">
                <a16:creationId xmlns:a16="http://schemas.microsoft.com/office/drawing/2014/main" id="{E5381F27-E85A-4C8C-9BCE-B029C713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228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76" name="board1-stone-W-r2c1">
            <a:extLst xmlns:a="http://schemas.openxmlformats.org/drawingml/2006/main">
              <a:ext uri="{FF2B5EF4-FFF2-40B4-BE49-F238E27FC236}">
                <a16:creationId xmlns:a16="http://schemas.microsoft.com/office/drawing/2014/main" id="{10091D82-C322-4C54-876A-E4A581E7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541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77" name="board1-stone-W-r2c2">
            <a:extLst xmlns:a="http://schemas.openxmlformats.org/drawingml/2006/main">
              <a:ext uri="{FF2B5EF4-FFF2-40B4-BE49-F238E27FC236}">
                <a16:creationId xmlns:a16="http://schemas.microsoft.com/office/drawing/2014/main" id="{79A07AD5-3E69-49AA-8F17-808793E3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853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78" name="board1-stone-W-r2c3">
            <a:extLst xmlns:a="http://schemas.openxmlformats.org/drawingml/2006/main">
              <a:ext uri="{FF2B5EF4-FFF2-40B4-BE49-F238E27FC236}">
                <a16:creationId xmlns:a16="http://schemas.microsoft.com/office/drawing/2014/main" id="{02853007-0D70-4832-87BB-54D02E03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166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79" name="board1-stone-W-r2c4">
            <a:extLst xmlns:a="http://schemas.openxmlformats.org/drawingml/2006/main">
              <a:ext uri="{FF2B5EF4-FFF2-40B4-BE49-F238E27FC236}">
                <a16:creationId xmlns:a16="http://schemas.microsoft.com/office/drawing/2014/main" id="{143EB7A1-87A3-46BD-8648-60CA730B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2478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80" name="comparison-body">
            <a:extLst xmlns:a="http://schemas.openxmlformats.org/drawingml/2006/main">
              <a:ext uri="{FF2B5EF4-FFF2-40B4-BE49-F238E27FC236}">
                <a16:creationId xmlns:a16="http://schemas.microsoft.com/office/drawing/2014/main" id="{D5BFD476-ABC0-4623-9BFB-13511108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左：B4、D4是独立、受保护的真眼。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右：B5、C5相连，是一个空间。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可靠的两个独立真眼是基础活形。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活棋还有双活等情况。</a:t>
            </a:r>
          </a:p>
        </p:txBody>
      </p:sp>
    </p:spTree>
    <p:extLst>
      <p:ext uri="{BB962C8B-B14F-4D97-AF65-F5344CB8AC3E}">
        <p14:creationId xmlns:p14="http://schemas.microsoft.com/office/powerpoint/2010/main" val="126850569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opic">
            <a:extLst xmlns:a="http://schemas.openxmlformats.org/drawingml/2006/main">
              <a:ext uri="{FF2B5EF4-FFF2-40B4-BE49-F238E27FC236}">
                <a16:creationId xmlns:a16="http://schemas.microsoft.com/office/drawing/2014/main" id="{CD9F051E-8969-447E-9FF7-A2B2E324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05  眼和简单死活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625C706-9855-4BC6-A6F2-EF7EFB74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黑先，怎样做出两个独立眼？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6390A666-C17D-4455-A13A-DE2624F4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24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695CFB35-573F-4CED-908B-188A6F28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成员尝试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CF759592-63B8-4A79-B73D-ED2EDB8E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黑先；目标黑块△；完整5×5练习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B8E81263-8A33-42BB-8436-361B55B5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B4060A91-7669-40A0-BE13-245B42DD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BABCB32B-7543-449D-B616-059D1D4D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14F225A4-A054-4E5F-83F2-13E3A24B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D209B818-A5A2-46F4-8F96-5235C8EE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5FDB660D-8DD6-4174-88BC-06F442E5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81BDD3C8-BE18-4E38-9EA6-1636EFB8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72307C76-290C-4385-8AFF-A70E2CAE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310D89B9-349F-4530-A737-3C32F353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41C218B4-85BC-467A-915D-DB843E33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C26FAF42-6B40-4C01-BD45-DDF0E833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5FD999FC-1C86-4911-91F1-E91DC023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38B65895-E871-4CAA-817A-8B63DE5F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E98086FB-3DE3-479E-8B72-A518DEB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42990C9F-70C0-49A2-9361-8F4D9485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787E9FA6-3F6D-4274-A598-967E30E3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1A841754-5748-4B35-8804-29747684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0784836C-DF2E-4241-A4E4-644BCBA4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25B0B57B-23A9-4822-8012-89A36FC6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20700E61-6F7C-4E01-88BC-7DE34F2E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ED7E3EA8-CEF5-4F7C-A822-17F534FB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B-r0c3">
            <a:extLst xmlns:a="http://schemas.openxmlformats.org/drawingml/2006/main">
              <a:ext uri="{FF2B5EF4-FFF2-40B4-BE49-F238E27FC236}">
                <a16:creationId xmlns:a16="http://schemas.microsoft.com/office/drawing/2014/main" id="{A9C132F8-4EB7-43CF-8ED4-64DD12C9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184989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1c0">
            <a:extLst xmlns:a="http://schemas.openxmlformats.org/drawingml/2006/main">
              <a:ext uri="{FF2B5EF4-FFF2-40B4-BE49-F238E27FC236}">
                <a16:creationId xmlns:a16="http://schemas.microsoft.com/office/drawing/2014/main" id="{C7952EF9-24D2-4FC2-B1A1-0010C82F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23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B-r1c1">
            <a:extLst xmlns:a="http://schemas.openxmlformats.org/drawingml/2006/main">
              <a:ext uri="{FF2B5EF4-FFF2-40B4-BE49-F238E27FC236}">
                <a16:creationId xmlns:a16="http://schemas.microsoft.com/office/drawing/2014/main" id="{15D97734-FDAE-40E6-B23B-C4360654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stone-B-r1c2">
            <a:extLst xmlns:a="http://schemas.openxmlformats.org/drawingml/2006/main">
              <a:ext uri="{FF2B5EF4-FFF2-40B4-BE49-F238E27FC236}">
                <a16:creationId xmlns:a16="http://schemas.microsoft.com/office/drawing/2014/main" id="{D32BCB8E-A219-452C-8C20-69DE0978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1" name="board0-stone-B-r1c3">
            <a:extLst xmlns:a="http://schemas.openxmlformats.org/drawingml/2006/main">
              <a:ext uri="{FF2B5EF4-FFF2-40B4-BE49-F238E27FC236}">
                <a16:creationId xmlns:a16="http://schemas.microsoft.com/office/drawing/2014/main" id="{F077612C-75AD-435E-9ACC-38D94B12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2" name="board0-stone-W-r0c4">
            <a:extLst xmlns:a="http://schemas.openxmlformats.org/drawingml/2006/main">
              <a:ext uri="{FF2B5EF4-FFF2-40B4-BE49-F238E27FC236}">
                <a16:creationId xmlns:a16="http://schemas.microsoft.com/office/drawing/2014/main" id="{AF3A7F7A-AB2A-4372-B91F-DDBE7B03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73" y="184989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3" name="board0-stone-W-r1c4">
            <a:extLst xmlns:a="http://schemas.openxmlformats.org/drawingml/2006/main">
              <a:ext uri="{FF2B5EF4-FFF2-40B4-BE49-F238E27FC236}">
                <a16:creationId xmlns:a16="http://schemas.microsoft.com/office/drawing/2014/main" id="{54C4A2CC-5085-480A-AFCC-3EDB9398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73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4" name="board0-stone-W-r2c0">
            <a:extLst xmlns:a="http://schemas.openxmlformats.org/drawingml/2006/main">
              <a:ext uri="{FF2B5EF4-FFF2-40B4-BE49-F238E27FC236}">
                <a16:creationId xmlns:a16="http://schemas.microsoft.com/office/drawing/2014/main" id="{9DF0694A-F48E-4130-AAB0-A059C7B3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23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5" name="board0-stone-W-r2c1">
            <a:extLst xmlns:a="http://schemas.openxmlformats.org/drawingml/2006/main">
              <a:ext uri="{FF2B5EF4-FFF2-40B4-BE49-F238E27FC236}">
                <a16:creationId xmlns:a16="http://schemas.microsoft.com/office/drawing/2014/main" id="{6EC256C6-8ECA-47A7-B6A9-C43AECA7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6" name="board0-stone-W-r2c2">
            <a:extLst xmlns:a="http://schemas.openxmlformats.org/drawingml/2006/main">
              <a:ext uri="{FF2B5EF4-FFF2-40B4-BE49-F238E27FC236}">
                <a16:creationId xmlns:a16="http://schemas.microsoft.com/office/drawing/2014/main" id="{0D66179F-92E1-4862-A03A-380B376C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7" name="board0-stone-W-r2c3">
            <a:extLst xmlns:a="http://schemas.openxmlformats.org/drawingml/2006/main">
              <a:ext uri="{FF2B5EF4-FFF2-40B4-BE49-F238E27FC236}">
                <a16:creationId xmlns:a16="http://schemas.microsoft.com/office/drawing/2014/main" id="{94479171-E3F7-41A9-9EDA-21F19E73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8" name="board0-stone-W-r2c4">
            <a:extLst xmlns:a="http://schemas.openxmlformats.org/drawingml/2006/main">
              <a:ext uri="{FF2B5EF4-FFF2-40B4-BE49-F238E27FC236}">
                <a16:creationId xmlns:a16="http://schemas.microsoft.com/office/drawing/2014/main" id="{41EDA1FF-3A3F-4481-AE68-E4BB8972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73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9" name="board0-target-r1c1">
            <a:extLst xmlns:a="http://schemas.openxmlformats.org/drawingml/2006/main">
              <a:ext uri="{FF2B5EF4-FFF2-40B4-BE49-F238E27FC236}">
                <a16:creationId xmlns:a16="http://schemas.microsoft.com/office/drawing/2014/main" id="{29D8E4F7-FD0C-4D37-BA2E-D06A3B52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731" y="2789206"/>
            <a:ext cx="279464" cy="279464"/>
          </a:xfrm>
          <a:custGeom xmlns:a="http://schemas.openxmlformats.org/drawingml/2006/main">
            <a:pathLst>
              <a:path w="279464" h="279464">
                <a:moveTo>
                  <a:pt x="139732" y="0"/>
                </a:moveTo>
                <a:lnTo>
                  <a:pt x="279464" y="279464"/>
                </a:lnTo>
                <a:lnTo>
                  <a:pt x="0" y="279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FFFFFF"/>
            </a:solidFill>
          </a:ln>
        </p:spPr>
      </p:sp>
      <p:sp>
        <p:nvSpPr>
          <p:cNvPr id="40" name="body-0">
            <a:extLst xmlns:a="http://schemas.openxmlformats.org/drawingml/2006/main">
              <a:ext uri="{FF2B5EF4-FFF2-40B4-BE49-F238E27FC236}">
                <a16:creationId xmlns:a16="http://schemas.microsoft.com/office/drawing/2014/main" id="{8B679A0A-649A-4E50-8C18-F5CB0122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只在 A5、B5、C5 的空间内考虑。</a:t>
            </a:r>
          </a:p>
        </p:txBody>
      </p:sp>
      <p:sp>
        <p:nvSpPr>
          <p:cNvPr id="41" name="body-1">
            <a:extLst xmlns:a="http://schemas.openxmlformats.org/drawingml/2006/main">
              <a:ext uri="{FF2B5EF4-FFF2-40B4-BE49-F238E27FC236}">
                <a16:creationId xmlns:a16="http://schemas.microsoft.com/office/drawing/2014/main" id="{789DF31C-904F-4A8A-9DE1-86563F52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本手做出两个独立单点真眼。</a:t>
            </a:r>
          </a:p>
        </p:txBody>
      </p:sp>
      <p:sp>
        <p:nvSpPr>
          <p:cNvPr id="42" name="body-2">
            <a:extLst xmlns:a="http://schemas.openxmlformats.org/drawingml/2006/main">
              <a:ext uri="{FF2B5EF4-FFF2-40B4-BE49-F238E27FC236}">
                <a16:creationId xmlns:a16="http://schemas.microsoft.com/office/drawing/2014/main" id="{981DA431-1BA4-46E1-BF88-4C26A459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先说落点，再解释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为什么分成两处。</a:t>
            </a:r>
          </a:p>
        </p:txBody>
      </p:sp>
    </p:spTree>
    <p:extLst>
      <p:ext uri="{BB962C8B-B14F-4D97-AF65-F5344CB8AC3E}">
        <p14:creationId xmlns:p14="http://schemas.microsoft.com/office/powerpoint/2010/main" val="62785244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topic">
            <a:extLst xmlns:a="http://schemas.openxmlformats.org/drawingml/2006/main">
              <a:ext uri="{FF2B5EF4-FFF2-40B4-BE49-F238E27FC236}">
                <a16:creationId xmlns:a16="http://schemas.microsoft.com/office/drawing/2014/main" id="{A49DED04-32EF-4D79-A7DA-70069AE1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05  眼和简单死活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A4D50FC-7855-44E7-8C64-2F2A9560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先解释眼形，再回到对弈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4F3B0EB1-9C99-42A4-8CB1-428B41C2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25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2BE8C19C-5E66-4781-9227-D04FE847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转入对弈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B7A12177-4EE8-4464-94B8-4C6DB657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完整9×9；也可观察或直接对弈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62688D66-A32A-441E-B700-8BE5B813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CF28AFAC-2F92-4E7B-8FB9-7C8DA124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E0441701-F89B-444F-A1AA-A5D27A86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0B97B24D-7EF3-4A24-9B58-D5135055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9747619E-4239-48AF-B168-C2E35785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E6C779C5-8E78-45FC-9B22-C4E77C14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540794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3E8C310F-A168-4B58-BCB7-5DE051B9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319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9F012FA6-3D10-42C3-BF59-344519CB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869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BF75A54A-A8CC-4659-872E-BE68FD96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88394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8565B507-0E90-493A-9678-C4EB9735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8E7A1B66-6DCC-42CD-BBF0-ECB1D94A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574C8663-7A29-460E-B5AC-17CB174E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647EA901-BB69-4314-A9FB-B271ACB0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C05F55C6-1FCD-4FBB-A35D-EFE8EBDF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317081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E3E72725-8349-4CA4-9F05-42F6B9FF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606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B7EA5715-5DED-46C4-B9A1-C0FEC3EA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156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2273123F-8981-42CC-B321-D1BDF1FC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64681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49D71C90-E13C-4B97-BFE3-12A0FDB7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3822DB78-16FC-41F0-9F67-3FAEABFF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2FBB4F80-471C-4BD0-8922-4D7F4EA9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FD3F2961-49C5-484E-96C7-B3A5C588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27" name="board0-grid-row-5">
            <a:extLst xmlns:a="http://schemas.openxmlformats.org/drawingml/2006/main">
              <a:ext uri="{FF2B5EF4-FFF2-40B4-BE49-F238E27FC236}">
                <a16:creationId xmlns:a16="http://schemas.microsoft.com/office/drawing/2014/main" id="{FBB1D35C-9F62-4FA0-B70F-9307DA90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093369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8" name="board0-grid-col-5">
            <a:extLst xmlns:a="http://schemas.openxmlformats.org/drawingml/2006/main">
              <a:ext uri="{FF2B5EF4-FFF2-40B4-BE49-F238E27FC236}">
                <a16:creationId xmlns:a16="http://schemas.microsoft.com/office/drawing/2014/main" id="{EB4E0FB6-D95E-4034-9A6B-53340133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894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9" name="board0-column-5">
            <a:extLst xmlns:a="http://schemas.openxmlformats.org/drawingml/2006/main">
              <a:ext uri="{FF2B5EF4-FFF2-40B4-BE49-F238E27FC236}">
                <a16:creationId xmlns:a16="http://schemas.microsoft.com/office/drawing/2014/main" id="{0A8568FF-91EC-4DED-AD8A-D5D9CCA1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444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F</a:t>
            </a:r>
          </a:p>
        </p:txBody>
      </p:sp>
      <p:sp>
        <p:nvSpPr>
          <p:cNvPr id="30" name="board0-row-5">
            <a:extLst xmlns:a="http://schemas.openxmlformats.org/drawingml/2006/main">
              <a:ext uri="{FF2B5EF4-FFF2-40B4-BE49-F238E27FC236}">
                <a16:creationId xmlns:a16="http://schemas.microsoft.com/office/drawing/2014/main" id="{E8CF3A38-71B5-45B4-B1A7-D3B098E8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40969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31" name="board0-grid-row-6">
            <a:extLst xmlns:a="http://schemas.openxmlformats.org/drawingml/2006/main">
              <a:ext uri="{FF2B5EF4-FFF2-40B4-BE49-F238E27FC236}">
                <a16:creationId xmlns:a16="http://schemas.microsoft.com/office/drawing/2014/main" id="{9881E4D7-EFCE-489B-A513-10D5E4AE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2" name="board0-grid-col-6">
            <a:extLst xmlns:a="http://schemas.openxmlformats.org/drawingml/2006/main">
              <a:ext uri="{FF2B5EF4-FFF2-40B4-BE49-F238E27FC236}">
                <a16:creationId xmlns:a16="http://schemas.microsoft.com/office/drawing/2014/main" id="{87071152-F70D-4ABF-BB6D-5B0BD79C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3" name="board0-column-6">
            <a:extLst xmlns:a="http://schemas.openxmlformats.org/drawingml/2006/main">
              <a:ext uri="{FF2B5EF4-FFF2-40B4-BE49-F238E27FC236}">
                <a16:creationId xmlns:a16="http://schemas.microsoft.com/office/drawing/2014/main" id="{1684E92A-507C-4DBB-8DAE-7B9BA277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</a:t>
            </a:r>
          </a:p>
        </p:txBody>
      </p:sp>
      <p:sp>
        <p:nvSpPr>
          <p:cNvPr id="34" name="board0-row-6">
            <a:extLst xmlns:a="http://schemas.openxmlformats.org/drawingml/2006/main">
              <a:ext uri="{FF2B5EF4-FFF2-40B4-BE49-F238E27FC236}">
                <a16:creationId xmlns:a16="http://schemas.microsoft.com/office/drawing/2014/main" id="{AB612097-EABA-462D-8FE5-CA944642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35" name="board0-grid-row-7">
            <a:extLst xmlns:a="http://schemas.openxmlformats.org/drawingml/2006/main">
              <a:ext uri="{FF2B5EF4-FFF2-40B4-BE49-F238E27FC236}">
                <a16:creationId xmlns:a16="http://schemas.microsoft.com/office/drawing/2014/main" id="{B9D5EEFC-DD65-4C26-8CDD-2069CCE7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869656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6" name="board0-grid-col-7">
            <a:extLst xmlns:a="http://schemas.openxmlformats.org/drawingml/2006/main">
              <a:ext uri="{FF2B5EF4-FFF2-40B4-BE49-F238E27FC236}">
                <a16:creationId xmlns:a16="http://schemas.microsoft.com/office/drawing/2014/main" id="{2C257C6A-343F-443A-8EF5-69D8CEC6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181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7" name="board0-column-7">
            <a:extLst xmlns:a="http://schemas.openxmlformats.org/drawingml/2006/main">
              <a:ext uri="{FF2B5EF4-FFF2-40B4-BE49-F238E27FC236}">
                <a16:creationId xmlns:a16="http://schemas.microsoft.com/office/drawing/2014/main" id="{AA945785-0E05-4956-BBDB-AF429751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731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H</a:t>
            </a:r>
          </a:p>
        </p:txBody>
      </p:sp>
      <p:sp>
        <p:nvSpPr>
          <p:cNvPr id="38" name="board0-row-7">
            <a:extLst xmlns:a="http://schemas.openxmlformats.org/drawingml/2006/main">
              <a:ext uri="{FF2B5EF4-FFF2-40B4-BE49-F238E27FC236}">
                <a16:creationId xmlns:a16="http://schemas.microsoft.com/office/drawing/2014/main" id="{0509B707-DE0D-4D25-8F6D-4AAABA7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7256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39" name="board0-grid-row-8">
            <a:extLst xmlns:a="http://schemas.openxmlformats.org/drawingml/2006/main">
              <a:ext uri="{FF2B5EF4-FFF2-40B4-BE49-F238E27FC236}">
                <a16:creationId xmlns:a16="http://schemas.microsoft.com/office/drawing/2014/main" id="{3B82906E-C307-4D4F-BB6E-8FDC1112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0" name="board0-grid-col-8">
            <a:extLst xmlns:a="http://schemas.openxmlformats.org/drawingml/2006/main">
              <a:ext uri="{FF2B5EF4-FFF2-40B4-BE49-F238E27FC236}">
                <a16:creationId xmlns:a16="http://schemas.microsoft.com/office/drawing/2014/main" id="{E75AC029-5D85-408B-AD4A-E0CC0E25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1" name="board0-column-8">
            <a:extLst xmlns:a="http://schemas.openxmlformats.org/drawingml/2006/main">
              <a:ext uri="{FF2B5EF4-FFF2-40B4-BE49-F238E27FC236}">
                <a16:creationId xmlns:a16="http://schemas.microsoft.com/office/drawing/2014/main" id="{2B872A47-2EBD-4A96-B075-C621BBA8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J</a:t>
            </a:r>
          </a:p>
        </p:txBody>
      </p:sp>
      <p:sp>
        <p:nvSpPr>
          <p:cNvPr id="42" name="board0-row-8">
            <a:extLst xmlns:a="http://schemas.openxmlformats.org/drawingml/2006/main">
              <a:ext uri="{FF2B5EF4-FFF2-40B4-BE49-F238E27FC236}">
                <a16:creationId xmlns:a16="http://schemas.microsoft.com/office/drawing/2014/main" id="{975CE210-B34B-4BBA-A36F-B333AF35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43" name="body-0">
            <a:extLst xmlns:a="http://schemas.openxmlformats.org/drawingml/2006/main">
              <a:ext uri="{FF2B5EF4-FFF2-40B4-BE49-F238E27FC236}">
                <a16:creationId xmlns:a16="http://schemas.microsoft.com/office/drawing/2014/main" id="{4CA4E2D6-1570-47F3-BBCF-463146A2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两人复摆5×5题，交换解释。</a:t>
            </a:r>
          </a:p>
        </p:txBody>
      </p:sp>
      <p:sp>
        <p:nvSpPr>
          <p:cNvPr id="44" name="body-1">
            <a:extLst xmlns:a="http://schemas.openxmlformats.org/drawingml/2006/main">
              <a:ext uri="{FF2B5EF4-FFF2-40B4-BE49-F238E27FC236}">
                <a16:creationId xmlns:a16="http://schemas.microsoft.com/office/drawing/2014/main" id="{02343D6C-8717-4355-886F-C123356D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继续9×9；有争议就继续下。</a:t>
            </a:r>
          </a:p>
        </p:txBody>
      </p:sp>
      <p:sp>
        <p:nvSpPr>
          <p:cNvPr id="45" name="body-2">
            <a:extLst xmlns:a="http://schemas.openxmlformats.org/drawingml/2006/main">
              <a:ext uri="{FF2B5EF4-FFF2-40B4-BE49-F238E27FC236}">
                <a16:creationId xmlns:a16="http://schemas.microsoft.com/office/drawing/2014/main" id="{91100A2D-3D43-48CE-B7D2-D8ED1C11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熟练成员可自选挑战，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或尝试13×13。</a:t>
            </a:r>
          </a:p>
        </p:txBody>
      </p:sp>
    </p:spTree>
    <p:extLst>
      <p:ext uri="{BB962C8B-B14F-4D97-AF65-F5344CB8AC3E}">
        <p14:creationId xmlns:p14="http://schemas.microsoft.com/office/powerpoint/2010/main" val="16677230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2026-10-05T09:57:19.8260000Z</dcterms:created>
  <dcterms:modified xsi:type="dcterms:W3CDTF">2026-10-05T09:57:19.8260000Z</dcterms:modified>
</coreProperties>
</file>