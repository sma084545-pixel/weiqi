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6e3dd8cd6346b2" /><Relationship Type="http://schemas.openxmlformats.org/officeDocument/2006/relationships/extended-properties" Target="/docProps/app.xml" Id="Rcf986d335138415b" /><Relationship Type="http://schemas.openxmlformats.org/officeDocument/2006/relationships/officeDocument" Target="/ppt/presentation.xml" Id="R7d54a18c7521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e56439d4cf42a4"/>
  </p:sldMasterIdLst>
  <p:notesMasterIdLst>
    <p:notesMasterId xmlns:r="http://schemas.openxmlformats.org/officeDocument/2006/relationships" r:id="R84ef0baa6d404aab"/>
  </p:notesMasterIdLst>
  <p:sldIdLst>
    <p:sldId xmlns:r="http://schemas.openxmlformats.org/officeDocument/2006/relationships" id="256" r:id="Rf9be2da8c24e4040"/>
    <p:sldId xmlns:r="http://schemas.openxmlformats.org/officeDocument/2006/relationships" id="257" r:id="R364550c8f56c450e"/>
    <p:sldId xmlns:r="http://schemas.openxmlformats.org/officeDocument/2006/relationships" id="258" r:id="Rb6c8a372e1be451e"/>
    <p:sldId xmlns:r="http://schemas.openxmlformats.org/officeDocument/2006/relationships" id="259" r:id="Rfb8b9eeb216745c5"/>
    <p:sldId xmlns:r="http://schemas.openxmlformats.org/officeDocument/2006/relationships" id="260" r:id="R2d54236ab64e4e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7a94329ae54cca" /><Relationship Type="http://schemas.openxmlformats.org/officeDocument/2006/relationships/slideMaster" Target="/ppt/slideMasters/slideMaster1.xml" Id="R79e56439d4cf42a4" /><Relationship Type="http://schemas.openxmlformats.org/officeDocument/2006/relationships/notesMaster" Target="/ppt/notesMasters/notesMaster1.xml" Id="R84ef0baa6d404aab" /><Relationship Type="http://schemas.openxmlformats.org/officeDocument/2006/relationships/presProps" Target="/ppt/presProps.xml" Id="R1fcbb8d6ed524e93" /><Relationship Type="http://schemas.openxmlformats.org/officeDocument/2006/relationships/tableStyles" Target="/ppt/tableStyles.xml" Id="Rc5353de7789f4ab7" /><Relationship Type="http://schemas.openxmlformats.org/officeDocument/2006/relationships/slide" Target="/ppt/slides/slide1.xml" Id="Rf9be2da8c24e4040" /><Relationship Type="http://schemas.openxmlformats.org/officeDocument/2006/relationships/slide" Target="/ppt/slides/slide2.xml" Id="R364550c8f56c450e" /><Relationship Type="http://schemas.openxmlformats.org/officeDocument/2006/relationships/slide" Target="/ppt/slides/slide3.xml" Id="Rb6c8a372e1be451e" /><Relationship Type="http://schemas.openxmlformats.org/officeDocument/2006/relationships/slide" Target="/ppt/slides/slide4.xml" Id="Rfb8b9eeb216745c5" /><Relationship Type="http://schemas.openxmlformats.org/officeDocument/2006/relationships/slide" Target="/ppt/slides/slide5.xml" Id="R2d54236ab64e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e31d2766b4e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adcad7f02d4bd6" /><Relationship Type="http://schemas.openxmlformats.org/officeDocument/2006/relationships/notesMaster" Target="/ppt/notesMasters/notesMaster1.xml" Id="R97951deb5d054a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532263d3e4506" /><Relationship Type="http://schemas.openxmlformats.org/officeDocument/2006/relationships/notesMaster" Target="/ppt/notesMasters/notesMaster1.xml" Id="Rac102402b92a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e9afee3ca47ba" /><Relationship Type="http://schemas.openxmlformats.org/officeDocument/2006/relationships/notesMaster" Target="/ppt/notesMasters/notesMaster1.xml" Id="R8a210d201c57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fe76f7d181491b" /><Relationship Type="http://schemas.openxmlformats.org/officeDocument/2006/relationships/notesMaster" Target="/ppt/notesMasters/notesMaster1.xml" Id="R3bca3cb6026c45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7a374b99442f9" /><Relationship Type="http://schemas.openxmlformats.org/officeDocument/2006/relationships/notesMaster" Target="/ppt/notesMasters/notesMaster1.xml" Id="R5a20df10ad1244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中央C3空着，四周看起来都是黑棋。我们能只凭这一眼颜色就说它可靠安全吗？白先，请先考虑落子后是否会提子，再考虑自己的气。三角标的是三颗目标黑子，本页不要求判全盘死活。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眼 eye；假眼 false eye；提子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白C3是不是一定自杀？目标黑子各剩哪一气？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白C3合法，先提C4、B3、D3三颗，得到气；可能认为被黑包住就不能下。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先听预测，下一页用提子后的准确棋形核对。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揭示假眼中的提子变化。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LIFE-002 r1；assets/frozen/content/puzzles/LIFE-002.json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白在C3落子时，C4、B3、D3三个黑块都失去最后一气，同时被提走。白子随后得到气，因此合法。这说明只看空点周围颜色会漏掉眼壁能否被提。这个结论只证伪C3这个眼，不判断下方其他黑棋的全盘命运。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假眼 false eye；提子 capture；自杀 suicide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为什么白C3不是自杀？哪些黑子移走？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先提三目标，再得到气；下方C2黑子不在本手被提的目标内。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请成员按三个目标逐个核对，不能把四个邻接黑子全部随意移走。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与下一页同一黑块的两个独立真眼比较。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LIFE-002 r1；assets/frozen/content/puzzles/LIFE-002.json</a:t>
            </a:r>
          </a:p>
          <a:p xmlns:a="http://schemas.openxmlformats.org/drawingml/2006/main">
            <a:r>
              <a:t>LIFE-002 r1，核查分支 l1-1；assets/frozen/content/puzzles/LIFE-002.json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左边B4与D4互不相连，眼壁都属于同一个黑连通块。白先填任一眼时，黑块还有另一眼，不能被提；白新子无气，所以不能落。黑不自毁这两个眼时，白无法开始最后的提子。右边B5、C5是两个空点，但相连成同一空间，不能直接当两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真眼 true eye；双活 seki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两个空点与两个独立真眼，差在哪里？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要看空间是否独立、眼壁是否可靠保护；数量为2不足以证明。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只把两受保护独立真眼作为基础充分活形。没有两眼不自动等于死，双活等情况存在。不用数据库标签作通用死活裁判。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下一页由成员亲手把给定空间分成两眼。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熟练成员可在课后按LIFE-005原题三手范围重放白B5、黑C5、白B5。两个完整布局不同，不能误说每次回提都是劫；主讲不展开这段较难变化。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LIFE-001 r1；assets/frozen/content/puzzles/LIFE-001.json</a:t>
            </a:r>
          </a:p>
          <a:p xmlns:a="http://schemas.openxmlformats.org/drawingml/2006/main">
            <a:r>
              <a:t>LIFE-005 r1；assets/frozen/content/puzzles/LIFE-005.json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顶部A5、B5、C5是一个相连的三点空间。黑先，目标是在这一手做出两个独立单点真眼。请先用语言说明你准备怎样把空间分开，再指出落点。不要看到内部随便填一个空点，就以为一定有帮助。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真眼 true eye；独立空间 separate eye spaces（说明词）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黑选哪一点，剩下哪些眼？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黑B5；A5、C5分开，各由同一目标黑块保护。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尝试后揭示B5。黑A5留下B5、C5相连，本手未达到目标；不把“未达即时目标”直接泛化成所有局面的死亡。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在伙伴练习中先解释眼形，再转入对弈。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熟练成员可选择LIFE-004：B5或C5均可分出大小1和2的两个眼区，需要在较大眼区及时应对侵入。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LIFE-003 r1；assets/frozen/content/puzzles/LIFE-003.json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与伙伴复摆上一题，一人下关键点，一人说明两个眼为什么独立，再交换。随后继续9路。看到一个不确定的棋块，不必马上喊死；在终局确认时有争议就恢复对弈实际演示。熟练成员可以自选挑战或试13路，也可以继续9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眼 eye；双活 seki；终局确认 end confirmation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遇到没见过的棋形，可以只凭“没有两眼”判死吗？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不能。要看具体条件与合法变化，证据不足保留未知。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把“我看到了什么、还不确定什么”当作正常表达。没有强制过关、计时或胜率价值评价。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进入自选练习或实际对弈；讲解后的练习可延长。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T22-EMPTY-9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b97461ef949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19a60c62f40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30bc6c1914f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37af6565e45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614b548ad47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c337405dc47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0E93A8-98AB-423B-9116-4917717A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2950DA-BA4B-4DB0-9866-7CF3DAEC6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9F2FA49-16F8-47B0-B877-F620971F0A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E389B04-7EFB-49D8-AD51-459DDDFC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6B9674-FC3B-4E1B-A93E-5C59D9C55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BB6BE8-AA65-4D21-B410-D730AB4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68BE2E-F46A-4837-B888-85A458352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44FDAAB-B5B8-4F0F-9991-20BF3114D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3638491-9A0B-483F-8AD7-16D37397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2844ED-ACD0-4545-9AA2-CC514EC08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866377-65B8-4A75-8761-AD8AA17AF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EB880E-0F0D-4476-B8CF-DE6CB89A61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770254-52B0-41E7-AA7A-7323786F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2BC587-FB34-4577-B525-9AC060EB6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2FD2B0-6E4C-4666-A821-6E105FA4B4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bae9930e1040f3" /><Relationship Type="http://schemas.openxmlformats.org/officeDocument/2006/relationships/slideLayout" Target="/ppt/slideLayouts/slideLayout1.xml" Id="R1886c4a705434fa5" /><Relationship Type="http://schemas.openxmlformats.org/officeDocument/2006/relationships/slideLayout" Target="/ppt/slideLayouts/slideLayout2.xml" Id="R918f583668fa46e2" /><Relationship Type="http://schemas.openxmlformats.org/officeDocument/2006/relationships/slideLayout" Target="/ppt/slideLayouts/slideLayout3.xml" Id="R2b6033ee23414ecd" /><Relationship Type="http://schemas.openxmlformats.org/officeDocument/2006/relationships/slideLayout" Target="/ppt/slideLayouts/slideLayout4.xml" Id="Rc21f969d5fac4132" /><Relationship Type="http://schemas.openxmlformats.org/officeDocument/2006/relationships/slideLayout" Target="/ppt/slideLayouts/slideLayout5.xml" Id="R3b63fd3601fc445c" /><Relationship Type="http://schemas.openxmlformats.org/officeDocument/2006/relationships/slideLayout" Target="/ppt/slideLayouts/slideLayout6.xml" Id="Rcaaf229ab13745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6c4a705434fa5"/>
    <p:sldLayoutId xmlns:r="http://schemas.openxmlformats.org/officeDocument/2006/relationships" id="2147483650" r:id="R918f583668fa46e2"/>
    <p:sldLayoutId xmlns:r="http://schemas.openxmlformats.org/officeDocument/2006/relationships" id="2147483651" r:id="R2b6033ee23414ecd"/>
    <p:sldLayoutId xmlns:r="http://schemas.openxmlformats.org/officeDocument/2006/relationships" id="2147483652" r:id="Rc21f969d5fac4132"/>
    <p:sldLayoutId xmlns:r="http://schemas.openxmlformats.org/officeDocument/2006/relationships" id="2147483653" r:id="R3b63fd3601fc445c"/>
    <p:sldLayoutId xmlns:r="http://schemas.openxmlformats.org/officeDocument/2006/relationships" id="2147483654" r:id="Rcaaf229ab13745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bc2ff5cf1450a" /><Relationship Type="http://schemas.openxmlformats.org/officeDocument/2006/relationships/notesSlide" Target="/ppt/notesSlides/notesSlide1.xml" Id="Ra65e578079a94c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6e66ffe6647ac" /><Relationship Type="http://schemas.openxmlformats.org/officeDocument/2006/relationships/notesSlide" Target="/ppt/notesSlides/notesSlide2.xml" Id="R51c34b72d15445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50560882d4f50" /><Relationship Type="http://schemas.openxmlformats.org/officeDocument/2006/relationships/notesSlide" Target="/ppt/notesSlides/notesSlide3.xml" Id="R3ee594da4c42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5dd1b843945ad" /><Relationship Type="http://schemas.openxmlformats.org/officeDocument/2006/relationships/notesSlide" Target="/ppt/notesSlides/notesSlide4.xml" Id="R96d79f0263dc48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e451a1b0c4af8" /><Relationship Type="http://schemas.openxmlformats.org/officeDocument/2006/relationships/notesSlide" Target="/ppt/notesSlides/notesSlide5.xml" Id="Rec1cebdc5d94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ic">
            <a:extLst xmlns:a="http://schemas.openxmlformats.org/drawingml/2006/main">
              <a:ext uri="{FF2B5EF4-FFF2-40B4-BE49-F238E27FC236}">
                <a16:creationId xmlns:a16="http://schemas.microsoft.com/office/drawing/2014/main" id="{4EEC60DA-9BF5-4A39-B8C6-EDDD4B9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BF6873-4284-49ED-9698-1ABDD774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被黑棋围住，就一定是眼吗？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BD0B7AC-57E1-4470-AF9F-F498FA9A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21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F1D2B691-FAEC-4886-B775-7A1049D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CB8DEF2F-32AC-4BDA-B9FA-D81F041A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△标三个目标黑块；完整5×5练习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F4C20930-C220-45A7-8A0B-BE59DF70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B5AADE64-31A2-4692-87A2-EE0C4008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245B1A36-DC9A-48B6-8C5C-C2557CC6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3A499F76-3436-4F0E-BFAA-CA78515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43D4238A-EA3F-44F4-B15F-4C4D5DF0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D210FC2C-E85C-4E24-95C7-A211BF53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5D08DD92-D929-4A8B-910E-22E588D9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5DA0CF9C-A501-4273-BCA1-64A87C25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7940F06F-9089-4B26-BBB7-5B5BE991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6CDAF3D8-AC56-4FE0-A2D1-994259AC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EB10D30-86F7-4D90-9468-CBB82046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6153A2BD-841D-4962-853F-CBC72960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FC493544-5E53-4D92-B93B-53319AF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E476FBBC-44DA-4675-8BF8-D49060C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0866B77-2480-4C7F-AFD4-B3AADEFA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ABC8185B-2379-438B-953B-C3F478EA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066E94FE-B962-42F0-8FFE-0ABD7626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6EC3A110-1762-4733-98BD-EED9B9D0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854AF4C2-D2DD-438C-BD06-CA92ACE5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F41ABCD6-49D0-4781-83D8-3C641962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045423FF-1EEA-4595-9A23-99CB8D80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7B41FCEF-9A9C-4CE0-A1DC-B67DAA4C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475EBD01-B255-4DDD-96B2-025D1DFA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8B615253-ADF7-4BCF-9FD2-EAEFEF41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EAE4E2C4-D880-4B68-9864-046CCF27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1c1">
            <a:extLst xmlns:a="http://schemas.openxmlformats.org/drawingml/2006/main">
              <a:ext uri="{FF2B5EF4-FFF2-40B4-BE49-F238E27FC236}">
                <a16:creationId xmlns:a16="http://schemas.microsoft.com/office/drawing/2014/main" id="{10E81BF7-ACD3-4E7F-A245-BF1B7151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EA5F9B60-4F65-458D-9915-B12982AE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8CFCC7A4-79A3-4943-A4AB-95A8D2D4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AAB58093-B92B-4C6E-A59F-C379DBA8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0c2">
            <a:extLst xmlns:a="http://schemas.openxmlformats.org/drawingml/2006/main">
              <a:ext uri="{FF2B5EF4-FFF2-40B4-BE49-F238E27FC236}">
                <a16:creationId xmlns:a16="http://schemas.microsoft.com/office/drawing/2014/main" id="{9FAF96A0-B00B-4DD2-8C5B-B226DAB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91D49028-4D63-4922-B8C2-F64B9CB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202E9AE8-2C0C-48C7-A24E-4B74FBCA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target-r1c2">
            <a:extLst xmlns:a="http://schemas.openxmlformats.org/drawingml/2006/main">
              <a:ext uri="{FF2B5EF4-FFF2-40B4-BE49-F238E27FC236}">
                <a16:creationId xmlns:a16="http://schemas.microsoft.com/office/drawing/2014/main" id="{86CA7F52-9147-4522-84D7-F8FD67AD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9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8588529E-D762-4F84-AC64-C5C67B3F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0" name="board0-target-r2c3">
            <a:extLst xmlns:a="http://schemas.openxmlformats.org/drawingml/2006/main">
              <a:ext uri="{FF2B5EF4-FFF2-40B4-BE49-F238E27FC236}">
                <a16:creationId xmlns:a16="http://schemas.microsoft.com/office/drawing/2014/main" id="{81F6C7CB-BF3E-4543-A6C8-6C94D854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06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1" name="body-0">
            <a:extLst xmlns:a="http://schemas.openxmlformats.org/drawingml/2006/main">
              <a:ext uri="{FF2B5EF4-FFF2-40B4-BE49-F238E27FC236}">
                <a16:creationId xmlns:a16="http://schemas.microsoft.com/office/drawing/2014/main" id="{305D7AE2-9142-45BF-8D7E-1C9969D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白先：观察中央 C3 空点。</a:t>
            </a:r>
          </a:p>
        </p:txBody>
      </p:sp>
      <p:sp>
        <p:nvSpPr>
          <p:cNvPr id="42" name="body-1">
            <a:extLst xmlns:a="http://schemas.openxmlformats.org/drawingml/2006/main">
              <a:ext uri="{FF2B5EF4-FFF2-40B4-BE49-F238E27FC236}">
                <a16:creationId xmlns:a16="http://schemas.microsoft.com/office/drawing/2014/main" id="{6AB78C76-DE03-405D-BE53-8568141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它看起来被黑棋围住。</a:t>
            </a:r>
          </a:p>
        </p:txBody>
      </p:sp>
      <p:sp>
        <p:nvSpPr>
          <p:cNvPr id="43" name="body-2">
            <a:extLst xmlns:a="http://schemas.openxmlformats.org/drawingml/2006/main">
              <a:ext uri="{FF2B5EF4-FFF2-40B4-BE49-F238E27FC236}">
                <a16:creationId xmlns:a16="http://schemas.microsoft.com/office/drawing/2014/main" id="{C9B25211-117C-445E-86BB-BFAA89E5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白能在这里下吗？说说理由。</a:t>
            </a:r>
          </a:p>
        </p:txBody>
      </p:sp>
    </p:spTree>
    <p:extLst>
      <p:ext uri="{BB962C8B-B14F-4D97-AF65-F5344CB8AC3E}">
        <p14:creationId xmlns:p14="http://schemas.microsoft.com/office/powerpoint/2010/main" val="1928193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topic">
            <a:extLst xmlns:a="http://schemas.openxmlformats.org/drawingml/2006/main">
              <a:ext uri="{FF2B5EF4-FFF2-40B4-BE49-F238E27FC236}">
                <a16:creationId xmlns:a16="http://schemas.microsoft.com/office/drawing/2014/main" id="{21AF3F9D-7592-4EAB-8E25-B601C13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03DA11-678A-46E1-AF8A-AD7B4BD4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假眼：眼壁会先被提走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83010A9-6F09-4E66-8711-A819B89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22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F850C84D-2582-4430-93F8-07552A24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1812C826-F0B6-4EC5-A6A8-E3502982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白C3前：三目标各只余C3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90C4BF0C-30BE-4878-A74C-1F563224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5ACB255F-5A44-4B68-A2BC-B56FA0FD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2B11A217-5B59-4BE5-9E35-8EB0EFA1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5A54A131-1DFD-4F22-A011-82B9BC79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74F77123-C855-4AE5-AA62-2D312C0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41B2FB7F-1637-45A8-A6E3-887901DE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A90E093E-5D03-4278-AD5E-A111D00C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26BA1478-A1D1-4C6B-8D25-3E0B84B7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EA9768E6-1E5A-4046-A40C-83AE6F1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570418DD-58D7-4783-82D1-FEF41A87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FD65373B-C75B-4581-A134-1392CA48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932960EF-6A2C-4FCF-8EE5-041F4D97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D9B882E5-3976-4461-98A6-72A672C1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60344E06-7F6F-444B-8902-930EE93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0A0B9453-39AC-4070-8801-C5D5AD07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39A3D18F-64DC-4C9A-AFCB-3FD3E370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AEC4472A-E1AF-49D3-9F46-C0480DE4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260986F2-BA29-4741-AAF5-E8C3E4C3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0ACF9609-C90E-4748-B467-CF6873F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6EA5FC3B-AC15-4BDC-9B4E-6178F0C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5B619567-D79E-46F4-96FE-3C4B3BD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557D6380-1C86-453D-B6EC-CC1688C9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FB099B6F-F306-44F6-A4BB-4F73AEE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A57AF19D-990F-4A57-842F-1AF704E5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01321FC2-AFB7-4D4F-A503-1DB8BECC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1c1">
            <a:extLst xmlns:a="http://schemas.openxmlformats.org/drawingml/2006/main">
              <a:ext uri="{FF2B5EF4-FFF2-40B4-BE49-F238E27FC236}">
                <a16:creationId xmlns:a16="http://schemas.microsoft.com/office/drawing/2014/main" id="{BF428F00-25CE-4C88-9875-D6185ADE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04A75507-5233-48AF-B827-0E5A202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2DC1F70A-31A9-48B9-858A-A544593E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64D8474A-9360-4800-A53E-FD6BCD34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0c2">
            <a:extLst xmlns:a="http://schemas.openxmlformats.org/drawingml/2006/main">
              <a:ext uri="{FF2B5EF4-FFF2-40B4-BE49-F238E27FC236}">
                <a16:creationId xmlns:a16="http://schemas.microsoft.com/office/drawing/2014/main" id="{E2A7CC1E-0D45-409B-91A5-6CCA280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08A39FBA-D853-40E9-B436-31DC85C3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6AAFE3BA-4BA7-4A10-B38E-94348404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target-r1c2">
            <a:extLst xmlns:a="http://schemas.openxmlformats.org/drawingml/2006/main">
              <a:ext uri="{FF2B5EF4-FFF2-40B4-BE49-F238E27FC236}">
                <a16:creationId xmlns:a16="http://schemas.microsoft.com/office/drawing/2014/main" id="{AE627EA5-5F9C-4DD1-B7B1-953C005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369" y="2393156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9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1E3EF69D-F917-412E-B3A2-7EC475DF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056" y="2988469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0" name="board0-target-r2c3">
            <a:extLst xmlns:a="http://schemas.openxmlformats.org/drawingml/2006/main">
              <a:ext uri="{FF2B5EF4-FFF2-40B4-BE49-F238E27FC236}">
                <a16:creationId xmlns:a16="http://schemas.microsoft.com/office/drawing/2014/main" id="{11691D98-C3A6-4EE8-AA37-53FEF5D8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81" y="2988469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1" name="caption1">
            <a:extLst xmlns:a="http://schemas.openxmlformats.org/drawingml/2006/main">
              <a:ext uri="{FF2B5EF4-FFF2-40B4-BE49-F238E27FC236}">
                <a16:creationId xmlns:a16="http://schemas.microsoft.com/office/drawing/2014/main" id="{4A09577D-5AD3-441F-B60B-CB4833EA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白C3后：三个目标已被提走</a:t>
            </a:r>
          </a:p>
        </p:txBody>
      </p:sp>
      <p:sp>
        <p:nvSpPr>
          <p:cNvPr id="42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33AF8490-6D17-4AE2-A0E6-DAE99C06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43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AD721C93-51BE-46B1-BC89-A07C125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A06175FE-02C2-4692-99ED-05032EBF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5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ADB2B7B2-D71B-4F8E-9976-7E7664DA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46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A29D2B88-4C67-455A-B2C3-941323B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7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9E8A72F8-E4BE-43C3-B735-9811985B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A260ED99-3010-4D05-A1EE-A6F5DAF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9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6EE2C50A-1EB4-4C90-98C5-8642A469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50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8662D0AF-0B2E-4719-957C-A747CA6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51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A3A24F44-B2F6-4A1A-8F91-26768330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F6E5FFBB-4F36-49DB-BF1D-F826BF4D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3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AFE1AA11-7100-4D61-ACF4-5DCD19D4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4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910822FD-0F41-4AB6-AF94-C65F632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5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987B273D-57C7-4855-9112-21C99C7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6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2A967181-41A7-495A-A0D6-CF9077DB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7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6249B28C-5F81-4173-B069-9B545DD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58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FBD1C5E9-8A21-4906-B930-597540FA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9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066C01B8-393D-4AFA-B5B0-1051EF2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0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44F46C30-762D-4D20-8E34-9F55D525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1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99EDC8C0-519C-4032-B9A1-E16FCD4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62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74431A51-6DA2-4D14-9530-3E9F4F5E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63" name="board1-stone-W-r0c2">
            <a:extLst xmlns:a="http://schemas.openxmlformats.org/drawingml/2006/main">
              <a:ext uri="{FF2B5EF4-FFF2-40B4-BE49-F238E27FC236}">
                <a16:creationId xmlns:a16="http://schemas.microsoft.com/office/drawing/2014/main" id="{8E836F04-01FE-44E0-B209-86ECBE7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4" name="board1-stone-W-r1c1">
            <a:extLst xmlns:a="http://schemas.openxmlformats.org/drawingml/2006/main">
              <a:ext uri="{FF2B5EF4-FFF2-40B4-BE49-F238E27FC236}">
                <a16:creationId xmlns:a16="http://schemas.microsoft.com/office/drawing/2014/main" id="{FD920963-1750-4915-A537-9557C4B3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5" name="board1-stone-W-r1c3">
            <a:extLst xmlns:a="http://schemas.openxmlformats.org/drawingml/2006/main">
              <a:ext uri="{FF2B5EF4-FFF2-40B4-BE49-F238E27FC236}">
                <a16:creationId xmlns:a16="http://schemas.microsoft.com/office/drawing/2014/main" id="{B75B743E-C812-4D73-93B3-AAB07A4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6" name="board1-stone-W-r2c0">
            <a:extLst xmlns:a="http://schemas.openxmlformats.org/drawingml/2006/main">
              <a:ext uri="{FF2B5EF4-FFF2-40B4-BE49-F238E27FC236}">
                <a16:creationId xmlns:a16="http://schemas.microsoft.com/office/drawing/2014/main" id="{A2EE9783-D255-4C5F-851A-0E6F1E57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7" name="board1-stone-W-r2c2">
            <a:extLst xmlns:a="http://schemas.openxmlformats.org/drawingml/2006/main">
              <a:ext uri="{FF2B5EF4-FFF2-40B4-BE49-F238E27FC236}">
                <a16:creationId xmlns:a16="http://schemas.microsoft.com/office/drawing/2014/main" id="{C88F1105-2138-469C-9CEE-78539E4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8" name="board1-stone-W-r2c4">
            <a:extLst xmlns:a="http://schemas.openxmlformats.org/drawingml/2006/main">
              <a:ext uri="{FF2B5EF4-FFF2-40B4-BE49-F238E27FC236}">
                <a16:creationId xmlns:a16="http://schemas.microsoft.com/office/drawing/2014/main" id="{577EAAB1-EB86-494F-88AA-E1B84FC9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9" name="board1-stone-W-r3c1">
            <a:extLst xmlns:a="http://schemas.openxmlformats.org/drawingml/2006/main">
              <a:ext uri="{FF2B5EF4-FFF2-40B4-BE49-F238E27FC236}">
                <a16:creationId xmlns:a16="http://schemas.microsoft.com/office/drawing/2014/main" id="{ECC96FE3-6ABF-443D-AC50-2C9A2F8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0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4BA31BEF-A2A7-49C6-BAFE-B7776B9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1" name="board1-stone-W-r3c3">
            <a:extLst xmlns:a="http://schemas.openxmlformats.org/drawingml/2006/main">
              <a:ext uri="{FF2B5EF4-FFF2-40B4-BE49-F238E27FC236}">
                <a16:creationId xmlns:a16="http://schemas.microsoft.com/office/drawing/2014/main" id="{5A46E89B-BC53-4AFB-831D-44A0BC56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2" name="board1-move-number">
            <a:extLst xmlns:a="http://schemas.openxmlformats.org/drawingml/2006/main">
              <a:ext uri="{FF2B5EF4-FFF2-40B4-BE49-F238E27FC236}">
                <a16:creationId xmlns:a16="http://schemas.microsoft.com/office/drawing/2014/main" id="{258AC174-0564-4EAA-9AFF-D3F33536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103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73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C14A8314-0E9B-4B1E-9EDF-4DBC80AB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 C3 同时提掉三个目标黑块。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先提子后获得气，因此白 C3 合法。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这个空点是假眼（false eye）。</a:t>
            </a:r>
          </a:p>
        </p:txBody>
      </p:sp>
    </p:spTree>
    <p:extLst>
      <p:ext uri="{BB962C8B-B14F-4D97-AF65-F5344CB8AC3E}">
        <p14:creationId xmlns:p14="http://schemas.microsoft.com/office/powerpoint/2010/main" val="980371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opic">
            <a:extLst xmlns:a="http://schemas.openxmlformats.org/drawingml/2006/main">
              <a:ext uri="{FF2B5EF4-FFF2-40B4-BE49-F238E27FC236}">
                <a16:creationId xmlns:a16="http://schemas.microsoft.com/office/drawing/2014/main" id="{087284CC-8AAC-451D-965D-2A002C9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891382-B4E6-410F-9C4C-ED7459B5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两个空点，还是两个独立真眼？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086E2F6-F753-41B9-B436-BE3FF0F0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23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7148821E-7C89-45FD-A744-5162BF5C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CAF5FD27-8AF8-4CC6-B9B7-5FF6EA2A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白方轮次；黑不主动自填眼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082DA8AC-AE04-4FF8-BCA9-4F1FEDBD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DC335A78-86A8-4774-BC82-61DEC1A2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7D2B01C3-C670-4ED4-A76C-7FE3E42D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4837D39A-92CE-4FC9-9D6F-58D78A2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46CCD6E7-73CF-4285-B292-42C6451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8C9859AB-E1FD-4AD8-8D1F-83ACE71A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5E83A591-062A-414C-90FC-42F1B686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8A0EF1F3-BC7D-467D-B488-34B3150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01ADAFE9-4D0D-4014-BE5D-738BB8F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3E0DF946-A3C7-4EBC-B14B-DAB33E34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770D115C-8691-4533-A201-10D8B724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D6831FE2-5D47-4A5F-8C88-A918A37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C65D686F-C0F6-4F94-B95C-3E380E35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F25BE214-C577-4D58-9C7B-AEE94F4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BD2966A-17C8-48B0-AEAA-0A33D115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DC7B4728-4FC6-49EC-8D1F-CE3C6493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6E8DB09C-AF5D-4AD5-890E-72BFE0BA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C3AA075A-5486-40CD-8591-50012C87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5D2751E1-4F29-439F-8E65-170006B9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39EABE59-69C6-48C5-B062-238F2CF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F6F7A66A-BEB7-4871-BCA2-6DB3A962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6F265EED-477E-49E0-94CD-924E5EE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1">
            <a:extLst xmlns:a="http://schemas.openxmlformats.org/drawingml/2006/main">
              <a:ext uri="{FF2B5EF4-FFF2-40B4-BE49-F238E27FC236}">
                <a16:creationId xmlns:a16="http://schemas.microsoft.com/office/drawing/2014/main" id="{4C975993-9CA7-4086-92B2-03D7C1F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8E3A5518-1D15-46E5-9E4C-F7EA9268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0c3">
            <a:extLst xmlns:a="http://schemas.openxmlformats.org/drawingml/2006/main">
              <a:ext uri="{FF2B5EF4-FFF2-40B4-BE49-F238E27FC236}">
                <a16:creationId xmlns:a16="http://schemas.microsoft.com/office/drawing/2014/main" id="{AA40CB41-4483-4FDB-9FE8-9BFDD36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0c4">
            <a:extLst xmlns:a="http://schemas.openxmlformats.org/drawingml/2006/main">
              <a:ext uri="{FF2B5EF4-FFF2-40B4-BE49-F238E27FC236}">
                <a16:creationId xmlns:a16="http://schemas.microsoft.com/office/drawing/2014/main" id="{23283DD7-7E8B-4AC0-9D62-F2531092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9D0FCA18-BF6C-4F26-99B0-CB276A7A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85EF3B45-19EA-4708-BD45-200123D8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B-r1c4">
            <a:extLst xmlns:a="http://schemas.openxmlformats.org/drawingml/2006/main">
              <a:ext uri="{FF2B5EF4-FFF2-40B4-BE49-F238E27FC236}">
                <a16:creationId xmlns:a16="http://schemas.microsoft.com/office/drawing/2014/main" id="{52D018E4-EC4E-4859-89D7-BA6245F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B-r2c0">
            <a:extLst xmlns:a="http://schemas.openxmlformats.org/drawingml/2006/main">
              <a:ext uri="{FF2B5EF4-FFF2-40B4-BE49-F238E27FC236}">
                <a16:creationId xmlns:a16="http://schemas.microsoft.com/office/drawing/2014/main" id="{CEEEC0FB-884C-4C11-AB14-5478313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D81A5037-189A-458E-811A-789D6DA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A5AC1370-F6FA-456D-BFE9-D456D7AD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C8DF8CC8-154C-482D-9303-6725DA5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stone-B-r2c4">
            <a:extLst xmlns:a="http://schemas.openxmlformats.org/drawingml/2006/main">
              <a:ext uri="{FF2B5EF4-FFF2-40B4-BE49-F238E27FC236}">
                <a16:creationId xmlns:a16="http://schemas.microsoft.com/office/drawing/2014/main" id="{6412E43F-6893-4FFF-B802-48482B20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board0-stone-W-r3c0">
            <a:extLst xmlns:a="http://schemas.openxmlformats.org/drawingml/2006/main">
              <a:ext uri="{FF2B5EF4-FFF2-40B4-BE49-F238E27FC236}">
                <a16:creationId xmlns:a16="http://schemas.microsoft.com/office/drawing/2014/main" id="{0E3EBF45-B5E1-4DA7-8BE3-8E1AAA0B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1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72AA190C-31EB-4784-860C-C8883B5B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2" name="board0-stone-W-r3c2">
            <a:extLst xmlns:a="http://schemas.openxmlformats.org/drawingml/2006/main">
              <a:ext uri="{FF2B5EF4-FFF2-40B4-BE49-F238E27FC236}">
                <a16:creationId xmlns:a16="http://schemas.microsoft.com/office/drawing/2014/main" id="{78806D46-BE01-4533-9353-0CEF6DFC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30351481-32AF-4EC6-8EE9-10034278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stone-W-r3c4">
            <a:extLst xmlns:a="http://schemas.openxmlformats.org/drawingml/2006/main">
              <a:ext uri="{FF2B5EF4-FFF2-40B4-BE49-F238E27FC236}">
                <a16:creationId xmlns:a16="http://schemas.microsoft.com/office/drawing/2014/main" id="{7282D63C-FEDB-453D-968C-F6BCED4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5" name="caption1">
            <a:extLst xmlns:a="http://schemas.openxmlformats.org/drawingml/2006/main">
              <a:ext uri="{FF2B5EF4-FFF2-40B4-BE49-F238E27FC236}">
                <a16:creationId xmlns:a16="http://schemas.microsoft.com/office/drawing/2014/main" id="{3D5718AA-F7B7-4EA4-BA13-25A676EF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白先；这里只比较空间结构</a:t>
            </a:r>
          </a:p>
        </p:txBody>
      </p:sp>
      <p:sp>
        <p:nvSpPr>
          <p:cNvPr id="46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27B92F5D-4C48-43E2-B4B2-CA19A0F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47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2FDB7E6C-B46C-4AC7-8A28-9860077E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BD47E908-2874-4B19-A091-FFCE64FD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9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78B8C04D-D2A6-4BD7-8557-F265790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50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50E6B76F-56EB-4FD3-9D29-BF8F5E4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51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BADAD0CD-4579-46EA-B8C1-00A09874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9C29F8C0-A8FD-4C48-B21C-05B3D18F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3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804B318F-0637-4893-B370-7A138DA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54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C5A26E1C-B62A-4B57-A597-8694AA5E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55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513E568F-2D99-4761-A979-F12FEA9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6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18AFDFF7-854A-4C5C-99E1-8837240A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7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217E6AA2-9B5D-415A-A906-6DD86D65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8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C3FEB0BF-EF07-4BF5-BDAF-6AFFB12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9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D38A21EA-3966-4D88-8116-7D5A0B9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0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0C9DCF7E-3CCD-425B-80EC-16EFDB11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1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044D2921-BE63-410A-8E1B-D3EC3BC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62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44B3BD39-9777-4704-9A9D-8633FFEF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3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96D68C10-A255-4191-8037-9174A99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4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EDF30E69-1B1C-42C8-BF85-A99B2093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5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261B575D-46F6-4E87-92ED-8BE9A5AE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66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C33FA675-FFBB-45C3-9B65-5B54E00E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67" name="board1-stone-B-r0c0">
            <a:extLst xmlns:a="http://schemas.openxmlformats.org/drawingml/2006/main">
              <a:ext uri="{FF2B5EF4-FFF2-40B4-BE49-F238E27FC236}">
                <a16:creationId xmlns:a16="http://schemas.microsoft.com/office/drawing/2014/main" id="{BDEEB5FA-F336-4A0D-BB94-D1D80A4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8" name="board1-stone-B-r0c3">
            <a:extLst xmlns:a="http://schemas.openxmlformats.org/drawingml/2006/main">
              <a:ext uri="{FF2B5EF4-FFF2-40B4-BE49-F238E27FC236}">
                <a16:creationId xmlns:a16="http://schemas.microsoft.com/office/drawing/2014/main" id="{BCFD65A3-8CCA-482F-BB29-CD32E36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9" name="board1-stone-B-r1c0">
            <a:extLst xmlns:a="http://schemas.openxmlformats.org/drawingml/2006/main">
              <a:ext uri="{FF2B5EF4-FFF2-40B4-BE49-F238E27FC236}">
                <a16:creationId xmlns:a16="http://schemas.microsoft.com/office/drawing/2014/main" id="{AFCA3507-97AA-45DA-AB51-DEA46913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0" name="board1-stone-B-r1c1">
            <a:extLst xmlns:a="http://schemas.openxmlformats.org/drawingml/2006/main">
              <a:ext uri="{FF2B5EF4-FFF2-40B4-BE49-F238E27FC236}">
                <a16:creationId xmlns:a16="http://schemas.microsoft.com/office/drawing/2014/main" id="{4504B6B0-262C-4235-97FA-8183B50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1" name="board1-stone-B-r1c2">
            <a:extLst xmlns:a="http://schemas.openxmlformats.org/drawingml/2006/main">
              <a:ext uri="{FF2B5EF4-FFF2-40B4-BE49-F238E27FC236}">
                <a16:creationId xmlns:a16="http://schemas.microsoft.com/office/drawing/2014/main" id="{80882ECE-3E6E-433B-A73F-7DDD5D0F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2" name="board1-stone-B-r1c3">
            <a:extLst xmlns:a="http://schemas.openxmlformats.org/drawingml/2006/main">
              <a:ext uri="{FF2B5EF4-FFF2-40B4-BE49-F238E27FC236}">
                <a16:creationId xmlns:a16="http://schemas.microsoft.com/office/drawing/2014/main" id="{EDF0BBC1-C641-434A-84B7-B00907FB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3" name="board1-stone-W-r0c4">
            <a:extLst xmlns:a="http://schemas.openxmlformats.org/drawingml/2006/main">
              <a:ext uri="{FF2B5EF4-FFF2-40B4-BE49-F238E27FC236}">
                <a16:creationId xmlns:a16="http://schemas.microsoft.com/office/drawing/2014/main" id="{9180DC23-79D0-439A-A3D9-F9110FA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4" name="board1-stone-W-r1c4">
            <a:extLst xmlns:a="http://schemas.openxmlformats.org/drawingml/2006/main">
              <a:ext uri="{FF2B5EF4-FFF2-40B4-BE49-F238E27FC236}">
                <a16:creationId xmlns:a16="http://schemas.microsoft.com/office/drawing/2014/main" id="{4395FEA6-BD80-4891-B591-C29590F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5" name="board1-stone-W-r2c0">
            <a:extLst xmlns:a="http://schemas.openxmlformats.org/drawingml/2006/main">
              <a:ext uri="{FF2B5EF4-FFF2-40B4-BE49-F238E27FC236}">
                <a16:creationId xmlns:a16="http://schemas.microsoft.com/office/drawing/2014/main" id="{A0E7AC3C-8F3D-40B8-9227-D17748EF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6" name="board1-stone-W-r2c1">
            <a:extLst xmlns:a="http://schemas.openxmlformats.org/drawingml/2006/main">
              <a:ext uri="{FF2B5EF4-FFF2-40B4-BE49-F238E27FC236}">
                <a16:creationId xmlns:a16="http://schemas.microsoft.com/office/drawing/2014/main" id="{AEE3BB27-EBF3-476D-B822-BC2ADE3D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7" name="board1-stone-W-r2c2">
            <a:extLst xmlns:a="http://schemas.openxmlformats.org/drawingml/2006/main">
              <a:ext uri="{FF2B5EF4-FFF2-40B4-BE49-F238E27FC236}">
                <a16:creationId xmlns:a16="http://schemas.microsoft.com/office/drawing/2014/main" id="{B9D46DB7-6A1F-4263-872C-76354F15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8" name="board1-stone-W-r2c3">
            <a:extLst xmlns:a="http://schemas.openxmlformats.org/drawingml/2006/main">
              <a:ext uri="{FF2B5EF4-FFF2-40B4-BE49-F238E27FC236}">
                <a16:creationId xmlns:a16="http://schemas.microsoft.com/office/drawing/2014/main" id="{61F93F24-FC70-4E97-A655-C87CF75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9" name="board1-stone-W-r2c4">
            <a:extLst xmlns:a="http://schemas.openxmlformats.org/drawingml/2006/main">
              <a:ext uri="{FF2B5EF4-FFF2-40B4-BE49-F238E27FC236}">
                <a16:creationId xmlns:a16="http://schemas.microsoft.com/office/drawing/2014/main" id="{A1F47080-2E0D-4A69-8AD2-4FCF61EE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80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6B072D98-4582-43BB-A903-540BA1C9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左：B4、D4是独立、受保护的真眼。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右：B5、C5相连，是一个空间。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可靠的两个独立真眼是基础活形。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活棋还有双活等情况。</a:t>
            </a:r>
          </a:p>
        </p:txBody>
      </p:sp>
    </p:spTree>
    <p:extLst>
      <p:ext uri="{BB962C8B-B14F-4D97-AF65-F5344CB8AC3E}">
        <p14:creationId xmlns:p14="http://schemas.microsoft.com/office/powerpoint/2010/main" val="419861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ic">
            <a:extLst xmlns:a="http://schemas.openxmlformats.org/drawingml/2006/main">
              <a:ext uri="{FF2B5EF4-FFF2-40B4-BE49-F238E27FC236}">
                <a16:creationId xmlns:a16="http://schemas.microsoft.com/office/drawing/2014/main" id="{7927AB5A-B3AE-41ED-8969-AF4D848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9CAE55-12FA-4EF3-9A26-65D800F6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黑先，怎样做出两个独立眼？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69C01D4-4B78-4606-9B7A-D19BC76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24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1C5D726E-3EDC-4F7C-835C-01166A5D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0D827339-691D-424A-9800-FD4B217B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黑先；目标黑块△；完整5×5练习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C4554CB2-1BC7-439A-B7A0-644E6F5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113FC17F-3CDC-4114-8A12-DC433FE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B71B9CD9-3448-47AF-927B-FFB2BC2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553123B-AC43-4376-A563-2402D1C7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BE9C6199-0B63-4AE8-87B7-FDB9B7E5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B5C2D990-9614-4F36-B304-EDD9DF2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75E2B3A5-EF28-48C6-9A95-E3BA2646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9338B1FB-E937-4B02-AA4A-8277CFD3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852A22C2-82EF-478E-AABB-39965B5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693920BF-16CB-45E3-AA5E-FB80A13D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2EECFE2A-82C9-4403-AAB9-09AD1F7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92040AFE-A4DE-40C9-8021-5EA3FA9C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BF03235C-2606-4AA3-B66A-0322C267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8E5C1900-4A8F-414A-9C76-E8BDB6DF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EC7752FA-EDF4-4578-BC99-615BE0C6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9383DE01-8A44-4844-A4F5-41215351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76487701-7E49-47CC-A9BB-DE40CDC6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EDA84443-7DF1-4433-8385-73A7E1DB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2013F6B8-D524-4FEE-81F4-8A88F3F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680C52C1-CEAC-45C1-A8F2-ECD2015F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76F56F51-EF2B-425B-97EB-8C436B9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3">
            <a:extLst xmlns:a="http://schemas.openxmlformats.org/drawingml/2006/main">
              <a:ext uri="{FF2B5EF4-FFF2-40B4-BE49-F238E27FC236}">
                <a16:creationId xmlns:a16="http://schemas.microsoft.com/office/drawing/2014/main" id="{4C85682A-70F8-43FD-8C06-54AED193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3F2FFCE2-2592-486F-B5E9-F7B69A88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221AEEA7-AEA9-412F-A03F-40B63A2E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8C295ABB-83F0-460C-AA0F-33E3D46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1c3">
            <a:extLst xmlns:a="http://schemas.openxmlformats.org/drawingml/2006/main">
              <a:ext uri="{FF2B5EF4-FFF2-40B4-BE49-F238E27FC236}">
                <a16:creationId xmlns:a16="http://schemas.microsoft.com/office/drawing/2014/main" id="{E7DEEF4C-1B3F-46E6-8EBD-511D2E89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W-r0c4">
            <a:extLst xmlns:a="http://schemas.openxmlformats.org/drawingml/2006/main">
              <a:ext uri="{FF2B5EF4-FFF2-40B4-BE49-F238E27FC236}">
                <a16:creationId xmlns:a16="http://schemas.microsoft.com/office/drawing/2014/main" id="{971A2B41-A3DC-45C5-BAE9-D3FB619B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1c4">
            <a:extLst xmlns:a="http://schemas.openxmlformats.org/drawingml/2006/main">
              <a:ext uri="{FF2B5EF4-FFF2-40B4-BE49-F238E27FC236}">
                <a16:creationId xmlns:a16="http://schemas.microsoft.com/office/drawing/2014/main" id="{A1CB061F-ACC9-4F62-AFE8-CB18FE44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35508695-6C88-4976-8D73-3B2B6CA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2c1">
            <a:extLst xmlns:a="http://schemas.openxmlformats.org/drawingml/2006/main">
              <a:ext uri="{FF2B5EF4-FFF2-40B4-BE49-F238E27FC236}">
                <a16:creationId xmlns:a16="http://schemas.microsoft.com/office/drawing/2014/main" id="{C7831817-1492-494C-B426-69CEC4B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E5E78812-067B-4809-9E63-1757A4FB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3">
            <a:extLst xmlns:a="http://schemas.openxmlformats.org/drawingml/2006/main">
              <a:ext uri="{FF2B5EF4-FFF2-40B4-BE49-F238E27FC236}">
                <a16:creationId xmlns:a16="http://schemas.microsoft.com/office/drawing/2014/main" id="{0D51878D-C1B3-4BD5-A368-B566FB6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4C683BEB-740F-4936-BCA8-DD1ADD78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target-r1c1">
            <a:extLst xmlns:a="http://schemas.openxmlformats.org/drawingml/2006/main">
              <a:ext uri="{FF2B5EF4-FFF2-40B4-BE49-F238E27FC236}">
                <a16:creationId xmlns:a16="http://schemas.microsoft.com/office/drawing/2014/main" id="{191F8AE5-AB0D-4D26-BCD9-07926CD9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0" name="body-0">
            <a:extLst xmlns:a="http://schemas.openxmlformats.org/drawingml/2006/main">
              <a:ext uri="{FF2B5EF4-FFF2-40B4-BE49-F238E27FC236}">
                <a16:creationId xmlns:a16="http://schemas.microsoft.com/office/drawing/2014/main" id="{8E8FDC09-B7FE-4576-BED6-15CF4BC3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只在 A5、B5、C5 的空间内考虑。</a:t>
            </a:r>
          </a:p>
        </p:txBody>
      </p:sp>
      <p:sp>
        <p:nvSpPr>
          <p:cNvPr id="41" name="body-1">
            <a:extLst xmlns:a="http://schemas.openxmlformats.org/drawingml/2006/main">
              <a:ext uri="{FF2B5EF4-FFF2-40B4-BE49-F238E27FC236}">
                <a16:creationId xmlns:a16="http://schemas.microsoft.com/office/drawing/2014/main" id="{92106088-6A8F-45EB-AC1A-9B26FBBB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本手做出两个独立单点真眼。</a:t>
            </a:r>
          </a:p>
        </p:txBody>
      </p:sp>
      <p:sp>
        <p:nvSpPr>
          <p:cNvPr id="42" name="body-2">
            <a:extLst xmlns:a="http://schemas.openxmlformats.org/drawingml/2006/main">
              <a:ext uri="{FF2B5EF4-FFF2-40B4-BE49-F238E27FC236}">
                <a16:creationId xmlns:a16="http://schemas.microsoft.com/office/drawing/2014/main" id="{F3365CF9-AECF-43AA-A2D1-B7D5685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先说落点，再解释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为什么分成两处。</a:t>
            </a:r>
          </a:p>
        </p:txBody>
      </p:sp>
    </p:spTree>
    <p:extLst>
      <p:ext uri="{BB962C8B-B14F-4D97-AF65-F5344CB8AC3E}">
        <p14:creationId xmlns:p14="http://schemas.microsoft.com/office/powerpoint/2010/main" val="1219499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ic">
            <a:extLst xmlns:a="http://schemas.openxmlformats.org/drawingml/2006/main">
              <a:ext uri="{FF2B5EF4-FFF2-40B4-BE49-F238E27FC236}">
                <a16:creationId xmlns:a16="http://schemas.microsoft.com/office/drawing/2014/main" id="{ECC276C9-FC39-4155-964C-876C698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91B051-0E35-4E66-8666-2225540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先解释眼形，再回到对弈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CFFA467-2114-4463-A071-F83D827B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25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124EB92-A5ED-4627-9F13-66689DB2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02AADB81-121B-4124-89C5-D63A8E4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完整9×9；也可观察或直接对弈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AFB72E59-8F6E-4EB0-89B8-ED04814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FA61E03C-A1B1-4B5F-A804-28FDC5B3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55AF46C1-21A4-42C8-9737-E0C2987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A5D102F-A7E7-4B41-B429-8F15ABE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6801D130-F52A-4B10-8DEE-B5B70103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4B45562B-38A1-4092-BBA6-32FCFEB2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DDD3BB18-9F2F-4235-9A08-6D17A4BF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8666BD5A-A854-4CE7-B1A2-86611557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C7587592-ED4B-4A9D-AAB5-BA82CE1B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DD1277A2-FFED-4280-8C94-C836766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C00E6E67-FFA3-443C-9E8C-BBACC41E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36DE23E7-5712-4A72-B00B-FA722A3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4701F3CC-3BEA-41AB-AFB9-83240779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BC9FB308-E078-4D11-8725-5456A54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BEF9319-25D3-455B-92B9-B035AE60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5F1B2A96-6559-42A9-965B-6A804B3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38ACDBFA-A613-4B2C-ACE8-BDDAE45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30E020DC-01E1-4F6D-B67D-092EA9C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F9BA3086-AA05-4AD7-8C97-5D56DB27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414AB338-8BF7-47F7-B1FB-0DB95C7B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2F11F6FC-6441-471D-A014-CC94D6EE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7687CB32-3CB5-459A-B7C6-7A551673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113AA58E-9B5D-4729-85C2-C158E9D3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B7480D53-F48A-4B83-A634-43BD7F3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9DCDC39C-6E26-43C8-ACD7-704B2E9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539F57BF-DE5C-457E-8A74-C3380F44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D6D1A637-D88D-44F1-8901-65AA66D9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22C37355-1B90-4D34-B880-77D567B8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5070DA7A-24BC-442E-97F9-A8DFC53D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5AF9FAA1-DFB4-4AD7-8699-3C6308F2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12FE3E92-2AFB-47CC-A502-CB4B183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62E1DBC1-53DF-4A6F-AB59-853590F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A1639F6E-7117-4737-A93A-F4394BD3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62BD5D88-1695-4C4E-A15E-E9AC670B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998E7C79-390C-47A6-9F9E-E968C1EE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3D4652E8-95DC-4E66-B207-D3DA60C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F6BE40E0-82C4-4AA7-B91A-006E0B8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57F5ADA5-02CA-4DCF-9019-7678FB65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两人复摆5×5题，交换解释。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774E1770-A909-4484-A9F3-67EAA5D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继续9×9；有争议就继续下。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980D4573-EEA9-4FC6-B155-4AE06E0C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熟练成员可自选挑战，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或尝试13×13。</a:t>
            </a:r>
          </a:p>
        </p:txBody>
      </p:sp>
    </p:spTree>
    <p:extLst>
      <p:ext uri="{BB962C8B-B14F-4D97-AF65-F5344CB8AC3E}">
        <p14:creationId xmlns:p14="http://schemas.microsoft.com/office/powerpoint/2010/main" val="198313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2026-10-05T09:57:43.6800000Z</dcterms:created>
  <dcterms:modified xsi:type="dcterms:W3CDTF">2026-10-05T09:57:43.6800000Z</dcterms:modified>
</coreProperties>
</file>