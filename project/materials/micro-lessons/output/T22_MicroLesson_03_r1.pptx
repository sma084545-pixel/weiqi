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a5022b50124f28" /><Relationship Type="http://schemas.openxmlformats.org/officeDocument/2006/relationships/extended-properties" Target="/docProps/app.xml" Id="R51b39f6512424284" /><Relationship Type="http://schemas.openxmlformats.org/officeDocument/2006/relationships/officeDocument" Target="/ppt/presentation.xml" Id="Re20802b7b26f4b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6abb2909b5408a"/>
  </p:sldMasterIdLst>
  <p:notesMasterIdLst>
    <p:notesMasterId xmlns:r="http://schemas.openxmlformats.org/officeDocument/2006/relationships" r:id="Rf7d0cc44d78e47c0"/>
  </p:notesMasterIdLst>
  <p:sldIdLst>
    <p:sldId xmlns:r="http://schemas.openxmlformats.org/officeDocument/2006/relationships" id="256" r:id="Rd7595f0032a84c14"/>
    <p:sldId xmlns:r="http://schemas.openxmlformats.org/officeDocument/2006/relationships" id="257" r:id="R35ff7014b68c4102"/>
    <p:sldId xmlns:r="http://schemas.openxmlformats.org/officeDocument/2006/relationships" id="258" r:id="R72578caba31d4163"/>
    <p:sldId xmlns:r="http://schemas.openxmlformats.org/officeDocument/2006/relationships" id="259" r:id="R5d2ff32187014a1e"/>
    <p:sldId xmlns:r="http://schemas.openxmlformats.org/officeDocument/2006/relationships" id="260" r:id="R86a1978ca7be47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084f7d11b44c72" /><Relationship Type="http://schemas.openxmlformats.org/officeDocument/2006/relationships/slideMaster" Target="/ppt/slideMasters/slideMaster1.xml" Id="R276abb2909b5408a" /><Relationship Type="http://schemas.openxmlformats.org/officeDocument/2006/relationships/notesMaster" Target="/ppt/notesMasters/notesMaster1.xml" Id="Rf7d0cc44d78e47c0" /><Relationship Type="http://schemas.openxmlformats.org/officeDocument/2006/relationships/presProps" Target="/ppt/presProps.xml" Id="R49d0791bf40f4e48" /><Relationship Type="http://schemas.openxmlformats.org/officeDocument/2006/relationships/tableStyles" Target="/ppt/tableStyles.xml" Id="Rb43fda2d3dbe454e" /><Relationship Type="http://schemas.openxmlformats.org/officeDocument/2006/relationships/slide" Target="/ppt/slides/slide1.xml" Id="Rd7595f0032a84c14" /><Relationship Type="http://schemas.openxmlformats.org/officeDocument/2006/relationships/slide" Target="/ppt/slides/slide2.xml" Id="R35ff7014b68c4102" /><Relationship Type="http://schemas.openxmlformats.org/officeDocument/2006/relationships/slide" Target="/ppt/slides/slide3.xml" Id="R72578caba31d4163" /><Relationship Type="http://schemas.openxmlformats.org/officeDocument/2006/relationships/slide" Target="/ppt/slides/slide4.xml" Id="R5d2ff32187014a1e" /><Relationship Type="http://schemas.openxmlformats.org/officeDocument/2006/relationships/slide" Target="/ppt/slides/slide5.xml" Id="R86a1978ca7be47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c63d3a830146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3c44111be44ed6" /><Relationship Type="http://schemas.openxmlformats.org/officeDocument/2006/relationships/notesMaster" Target="/ppt/notesMasters/notesMaster1.xml" Id="R17a736a4bae947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d9f506b4974920" /><Relationship Type="http://schemas.openxmlformats.org/officeDocument/2006/relationships/notesMaster" Target="/ppt/notesMasters/notesMaster1.xml" Id="R238366b0ad8646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e9434b6df04fee" /><Relationship Type="http://schemas.openxmlformats.org/officeDocument/2006/relationships/notesMaster" Target="/ppt/notesMasters/notesMaster1.xml" Id="R0a14588d3b1749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4506bbda3c4b45" /><Relationship Type="http://schemas.openxmlformats.org/officeDocument/2006/relationships/notesMaster" Target="/ppt/notesMasters/notesMaster1.xml" Id="R3f5fcdd08dcb47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595e000a074405" /><Relationship Type="http://schemas.openxmlformats.org/officeDocument/2006/relationships/notesMaster" Target="/ppt/notesMasters/notesMaster1.xml" Id="R60f0a61d162e43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完成第一盘9×9，引入问题</a:t>
            </a:r>
          </a:p>
          <a:p xmlns:a="http://schemas.openxmlformats.org/drawingml/2006/main">
            <a:r>
              <a:t>预计本页50秒，其中互动或停顿约20秒。全套预计6分钟，未经真人排练测得；可按成员反应调整，练习可继续。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这张5路教学算例的比较标签写着黑提12、白提1。它不是我们真实下过的棋谱，也不代表存在这样的提子历史。请想一想，仅凭这个标签能决定完整围棋的胜负吗？先听大家理由。小游戏首提即胜，而完整围棋要比较确认后的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面积计分 area scoring；吃子小游戏 capture-first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小游戏和完整围棋，是否都由提子数决定胜负？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不是。小游戏首提即胜；完整围棋算活子加围空，提子不额外加分。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尝试后说明：本例黑8活子+2围空=10，白13活子+2围空=15，白多5。反事实账本不参与加法。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下一页把结束、确认和计分分开。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AREA-005 r1；assets/frozen/content/puzzles/AREA-005.json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T22-ML-03-S01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完成第一盘9×9，直观示例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轮到你时，可以选择停一手。连续两次停手只表示进入终局确认，不会自动判任何棋块死亡。双方一起核对完整死子块和中立点。取得一致后，移除确认死子，再数盘上活子和自己围住的空点。白方加开局贴目，这里默认0，所以可能和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停手 pass；终局确认 end confirmation；面积计分 area scoring；贴目 komi；中立点 neutral point / dame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两次停手后，老师可以直接把看起来死的棋拿走吗？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不能自动判死；需要双方确认，争议恢复。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争议时保留原盘和重复历史，按原轮次继续；连续停手数归零。由争议方实际演示，不能越过轮次。停手不交子，没有白必须最后下。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下一页看为什么恢复对弈也不能抹掉劫史。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贴目0是开局可调整的教学选择，不是官方小棋盘标准。完全空棋盘的空点不属于任何一方。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T22-ML-03-S02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完成第一盘9×9，关键对比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左边是黑D3落子前，右边是提子后。现在轮到白，若白在C3立即回提黑D3，就会重现左边的完整棋盘，所以禁止。这是劫的简单例子。不要把规则记成“隔一手就一定能提回”；还必须满足整个对局不重现先前布局的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劫 ko；位置超级劫 positional superko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白C3回提后，黑白棋子布局与哪张图相同？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与左图相同，因此返回SUPERKO；可能认为停一手就能解除。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本项目一次落子完成提子后，若与有效路径任一先前布局相同就禁，包括初始布局。只比较棋子，不依赖下一手颜色。长重复也禁。停手免重复检查但不清历史，双停后的恢复也保留历史。完整边界见T20补充规则卡和RULES R3–R4。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下一页用一个明示假设的算例练面积。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可由教师摆回两图说明；摆棋示意本身不是一条自动继承劫史的合法对局。必须从BEFORE合法走黑D3才能重演立即回提禁着。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RULE-DEMO-T20-KO-BEFORE r1；assets/frozen/materials/rule-cards/data/RULE-DEMO-T20-KO-BEFORE.json</a:t>
            </a:r>
          </a:p>
          <a:p xmlns:a="http://schemas.openxmlformats.org/drawingml/2006/main">
            <a:r>
              <a:t>RULE-DEMO-T20-KO-AFTER r1；assets/frozen/materials/rule-cards/data/RULE-DEMO-T20-KO-AFTER.json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T22-ML-03-S03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完成第一盘9×9，成员尝试</a:t>
            </a:r>
          </a:p>
          <a:p xmlns:a="http://schemas.openxmlformats.org/drawingml/2006/main">
            <a:r>
              <a:t>预计本页100秒，其中互动或停顿约60秒。全套预计6分钟，未经真人排练测得；可按成员反应调整，练习可继续。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请两人分工：一人点数活子，一人按整片相连空区找边界。这个算例明示盘上棋子按活子计，没有死子，贴目0；它不是某场实战双方已经确认的终局。注意中央空区同时接触黑白，不能分给任何一方。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面积计分 area scoring；中立点 neutral point / dame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双方各有多少活子、围空与中立点？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黑8活子+2围空=10；白8活子+2围空+0=10；A3–E3共5中立点。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成员尝试后逐项核对：8+8+2+2+5=25，覆盖全部交叉点。提子不再加分。不要把本教学假设说成已经证明这些一眼形自然活或已收完。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把双停确认流程用于第一盘9路。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END-002 r1；assets/frozen/content/endgames/END-002.json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T22-ML-03-S04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完成第一盘9×9，转入对弈</a:t>
            </a:r>
          </a:p>
          <a:p xmlns:a="http://schemas.openxmlformats.org/drawingml/2006/main">
            <a:r>
              <a:t>预计本页50秒，其中互动或停顿约10秒。全套预计6分钟，未经真人排练测得；可按成员反应调整，练习可继续。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先确认这一盘是完整9路围棋，黑先，开局贴目默认0。第一颗提子不会结束整盘。轮流下，觉得没有想继续下的点可以停一手；双方连续停手后一起确认死子和中立点，再算面积。若有争议，保留原盘继续演示。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完整对弈 full game；停手 pass；贴目 komi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有人第一次提子后说“我赢了”，这盘应该结束吗？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完整围棋仍继续；只有吃子小游戏首提即止。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让双方复述模式和贴目。未完成棋局染色只能叫预览，不能报可靠最终胜负。规则细节可在对弈中按需要查T20卡。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开始实际9路对弈；未下完可保留棋局，不为完成展示强行宣布终局。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T22-EMPTY-9 r1；local-original-empty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T22-ML-03-S05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ec49cf84b4f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323eba6c448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ae8cf2c6247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8946155e5742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67c6f7ca849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f7d1875fd4e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8E6215B-2C5E-48B4-81BC-1B66BF7D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4B758A-6D87-47E9-B6F7-E2B7D2DEF9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BAB889C-C394-4BC5-AF4D-940A560FB5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0B4BA8E-B35A-4D52-9F58-976D301A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B1A1C3-80C1-4B1C-B09B-F5ACD039F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7807B1F-875E-43DB-9F20-13279101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0CC271-9925-45CF-9706-381A4FCF2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3075BA1-A93C-429D-91E4-130A8BFB1A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BB314F6-FF40-420B-9ABA-8911F49A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628EA2-806E-4B7E-AB6B-29B82AF41C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592E22-0221-49CC-8A3F-5F0B725E6D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76201AB-FC72-4448-B2D6-6D851309E0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519D9E8-D4FE-457B-83B2-8BDA3705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7E1C825-BD44-418B-887A-8AA5F0390B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ABD372-2622-468A-9C19-AC64271A10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6e6ccd810e496f" /><Relationship Type="http://schemas.openxmlformats.org/officeDocument/2006/relationships/slideLayout" Target="/ppt/slideLayouts/slideLayout1.xml" Id="Rc5212e0c69ba4eda" /><Relationship Type="http://schemas.openxmlformats.org/officeDocument/2006/relationships/slideLayout" Target="/ppt/slideLayouts/slideLayout2.xml" Id="Rea26d1a7be4f4078" /><Relationship Type="http://schemas.openxmlformats.org/officeDocument/2006/relationships/slideLayout" Target="/ppt/slideLayouts/slideLayout3.xml" Id="R4e04d79919db4b71" /><Relationship Type="http://schemas.openxmlformats.org/officeDocument/2006/relationships/slideLayout" Target="/ppt/slideLayouts/slideLayout4.xml" Id="R01b4c47d7f8a4325" /><Relationship Type="http://schemas.openxmlformats.org/officeDocument/2006/relationships/slideLayout" Target="/ppt/slideLayouts/slideLayout5.xml" Id="R83bf99177b9a4bfb" /><Relationship Type="http://schemas.openxmlformats.org/officeDocument/2006/relationships/slideLayout" Target="/ppt/slideLayouts/slideLayout6.xml" Id="R7b0d9fd337af4a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212e0c69ba4eda"/>
    <p:sldLayoutId xmlns:r="http://schemas.openxmlformats.org/officeDocument/2006/relationships" id="2147483650" r:id="Rea26d1a7be4f4078"/>
    <p:sldLayoutId xmlns:r="http://schemas.openxmlformats.org/officeDocument/2006/relationships" id="2147483651" r:id="R4e04d79919db4b71"/>
    <p:sldLayoutId xmlns:r="http://schemas.openxmlformats.org/officeDocument/2006/relationships" id="2147483652" r:id="R01b4c47d7f8a4325"/>
    <p:sldLayoutId xmlns:r="http://schemas.openxmlformats.org/officeDocument/2006/relationships" id="2147483653" r:id="R83bf99177b9a4bfb"/>
    <p:sldLayoutId xmlns:r="http://schemas.openxmlformats.org/officeDocument/2006/relationships" id="2147483654" r:id="R7b0d9fd337af4a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51080f9a94c7b" /><Relationship Type="http://schemas.openxmlformats.org/officeDocument/2006/relationships/notesSlide" Target="/ppt/notesSlides/notesSlide1.xml" Id="Rfe87deb7c664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c988018e3431d" /><Relationship Type="http://schemas.openxmlformats.org/officeDocument/2006/relationships/notesSlide" Target="/ppt/notesSlides/notesSlide2.xml" Id="R4eff1f31e4a042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07dfda43f47fd" /><Relationship Type="http://schemas.openxmlformats.org/officeDocument/2006/relationships/notesSlide" Target="/ppt/notesSlides/notesSlide3.xml" Id="R82f93bc74d2740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6836310e8435b" /><Relationship Type="http://schemas.openxmlformats.org/officeDocument/2006/relationships/notesSlide" Target="/ppt/notesSlides/notesSlide4.xml" Id="R7aa0873ada7d49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dcff010564b82" /><Relationship Type="http://schemas.openxmlformats.org/officeDocument/2006/relationships/notesSlide" Target="/ppt/notesSlides/notesSlide5.xml" Id="R267e58e6fa9840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opic">
            <a:extLst xmlns:a="http://schemas.openxmlformats.org/drawingml/2006/main">
              <a:ext uri="{FF2B5EF4-FFF2-40B4-BE49-F238E27FC236}">
                <a16:creationId xmlns:a16="http://schemas.microsoft.com/office/drawing/2014/main" id="{A822E4E7-0759-467A-B66D-2FF9D881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03  完成第一盘9×9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FC4D58-AD48-4894-969E-4B99E62A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提得多，就一定赢了吗？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971D412-8B1B-47E0-B275-E104F093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11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949E8408-7840-4D99-A3F2-B73267EB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引入问题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12919F44-6869-4919-BC68-39608BE4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完整5×5计分练习；先回答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DA3D75BD-8A90-423B-BDDA-1040CFD8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CF5357D1-A00C-474F-A962-0AAA2645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A392E9BB-04A7-4379-B3E5-160E615C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E6AD8246-0034-4E7F-A9A0-951A2F85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F1A0B1A7-B6ED-4CC4-8D6D-A1A704DF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7808F3C7-5DF7-4AE6-A6E1-9B6C0BCD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B000CEE1-47C8-4152-81C5-26A79974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146EFDE0-D6A2-415D-B0A9-DC85460C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1DA25009-F44E-4E9C-9972-E320A4A1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23CE2544-D04A-45B3-BF48-ADF293F5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7187C760-5939-4FDF-BDBC-447DF70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D3E960EA-2CE3-47E3-8E2F-25BECC31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446EADE0-1D69-4B58-AB1B-B5E97E0F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59D02368-B566-4614-B822-4A15403A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0BB47420-1B15-4856-BFB0-3D56AD6B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B8B9B795-BC5B-4108-9E09-64341ED8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AF23BEF4-1067-4004-86A9-AA6B1E3B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E40445B2-5D58-4559-AD09-BBBDBBAF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D16F053F-5611-4B64-8BB2-9AED576D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12717380-25AF-4CBA-BCD5-83AAA7DE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6826A27E-8F6E-4906-8B2E-715EDDDC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0c0">
            <a:extLst xmlns:a="http://schemas.openxmlformats.org/drawingml/2006/main">
              <a:ext uri="{FF2B5EF4-FFF2-40B4-BE49-F238E27FC236}">
                <a16:creationId xmlns:a16="http://schemas.microsoft.com/office/drawing/2014/main" id="{D0511822-CC1B-4333-A94D-CAAA357F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0c2">
            <a:extLst xmlns:a="http://schemas.openxmlformats.org/drawingml/2006/main">
              <a:ext uri="{FF2B5EF4-FFF2-40B4-BE49-F238E27FC236}">
                <a16:creationId xmlns:a16="http://schemas.microsoft.com/office/drawing/2014/main" id="{4A05ED81-17EF-4A3B-8F4D-9F0FF7CF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0c4">
            <a:extLst xmlns:a="http://schemas.openxmlformats.org/drawingml/2006/main">
              <a:ext uri="{FF2B5EF4-FFF2-40B4-BE49-F238E27FC236}">
                <a16:creationId xmlns:a16="http://schemas.microsoft.com/office/drawing/2014/main" id="{9FC8770D-BB4B-4577-BFFD-95CEB4F0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1c0">
            <a:extLst xmlns:a="http://schemas.openxmlformats.org/drawingml/2006/main">
              <a:ext uri="{FF2B5EF4-FFF2-40B4-BE49-F238E27FC236}">
                <a16:creationId xmlns:a16="http://schemas.microsoft.com/office/drawing/2014/main" id="{1C848C01-6ACD-49CB-AE8E-CD672472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CD94B292-FE19-4F47-BE11-280369E8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21162C3A-5A59-46B0-BDD6-E00902EA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B-r1c3">
            <a:extLst xmlns:a="http://schemas.openxmlformats.org/drawingml/2006/main">
              <a:ext uri="{FF2B5EF4-FFF2-40B4-BE49-F238E27FC236}">
                <a16:creationId xmlns:a16="http://schemas.microsoft.com/office/drawing/2014/main" id="{042126A2-63CB-463D-8CED-7727FAC7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B-r1c4">
            <a:extLst xmlns:a="http://schemas.openxmlformats.org/drawingml/2006/main">
              <a:ext uri="{FF2B5EF4-FFF2-40B4-BE49-F238E27FC236}">
                <a16:creationId xmlns:a16="http://schemas.microsoft.com/office/drawing/2014/main" id="{CCFC938E-ED62-4C5E-9478-27090408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W-r2c0">
            <a:extLst xmlns:a="http://schemas.openxmlformats.org/drawingml/2006/main">
              <a:ext uri="{FF2B5EF4-FFF2-40B4-BE49-F238E27FC236}">
                <a16:creationId xmlns:a16="http://schemas.microsoft.com/office/drawing/2014/main" id="{8A4014F6-C64D-4DE8-8407-88ACDB98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W-r2c1">
            <a:extLst xmlns:a="http://schemas.openxmlformats.org/drawingml/2006/main">
              <a:ext uri="{FF2B5EF4-FFF2-40B4-BE49-F238E27FC236}">
                <a16:creationId xmlns:a16="http://schemas.microsoft.com/office/drawing/2014/main" id="{0BE61754-A7C1-4783-BE4F-02BA3C7D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W-r2c2">
            <a:extLst xmlns:a="http://schemas.openxmlformats.org/drawingml/2006/main">
              <a:ext uri="{FF2B5EF4-FFF2-40B4-BE49-F238E27FC236}">
                <a16:creationId xmlns:a16="http://schemas.microsoft.com/office/drawing/2014/main" id="{3D8A57FA-7B36-49A9-A051-3CD73F2B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stone-W-r2c3">
            <a:extLst xmlns:a="http://schemas.openxmlformats.org/drawingml/2006/main">
              <a:ext uri="{FF2B5EF4-FFF2-40B4-BE49-F238E27FC236}">
                <a16:creationId xmlns:a16="http://schemas.microsoft.com/office/drawing/2014/main" id="{D069DD91-D6FF-4B9C-B5A3-7B81B964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9" name="board0-stone-W-r2c4">
            <a:extLst xmlns:a="http://schemas.openxmlformats.org/drawingml/2006/main">
              <a:ext uri="{FF2B5EF4-FFF2-40B4-BE49-F238E27FC236}">
                <a16:creationId xmlns:a16="http://schemas.microsoft.com/office/drawing/2014/main" id="{A8051DF4-0254-4B0E-95A3-F9DA01E4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0" name="board0-stone-W-r3c0">
            <a:extLst xmlns:a="http://schemas.openxmlformats.org/drawingml/2006/main">
              <a:ext uri="{FF2B5EF4-FFF2-40B4-BE49-F238E27FC236}">
                <a16:creationId xmlns:a16="http://schemas.microsoft.com/office/drawing/2014/main" id="{C74A3D46-298E-4150-9505-4D323F7F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1" name="board0-stone-W-r3c1">
            <a:extLst xmlns:a="http://schemas.openxmlformats.org/drawingml/2006/main">
              <a:ext uri="{FF2B5EF4-FFF2-40B4-BE49-F238E27FC236}">
                <a16:creationId xmlns:a16="http://schemas.microsoft.com/office/drawing/2014/main" id="{5451AB7A-0BC4-4C66-980B-F5836F03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2" name="board0-stone-W-r3c2">
            <a:extLst xmlns:a="http://schemas.openxmlformats.org/drawingml/2006/main">
              <a:ext uri="{FF2B5EF4-FFF2-40B4-BE49-F238E27FC236}">
                <a16:creationId xmlns:a16="http://schemas.microsoft.com/office/drawing/2014/main" id="{4481E912-9658-4B74-B725-016CA15A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3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12E71CDE-649A-401F-A060-6C289AAA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4" name="board0-stone-W-r3c4">
            <a:extLst xmlns:a="http://schemas.openxmlformats.org/drawingml/2006/main">
              <a:ext uri="{FF2B5EF4-FFF2-40B4-BE49-F238E27FC236}">
                <a16:creationId xmlns:a16="http://schemas.microsoft.com/office/drawing/2014/main" id="{3CA2D5C2-C518-4E56-B6A1-96833001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5" name="board0-stone-W-r4c0">
            <a:extLst xmlns:a="http://schemas.openxmlformats.org/drawingml/2006/main">
              <a:ext uri="{FF2B5EF4-FFF2-40B4-BE49-F238E27FC236}">
                <a16:creationId xmlns:a16="http://schemas.microsoft.com/office/drawing/2014/main" id="{2A0EFEC3-B809-41EF-95C9-76A84BB0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6" name="board0-stone-W-r4c2">
            <a:extLst xmlns:a="http://schemas.openxmlformats.org/drawingml/2006/main">
              <a:ext uri="{FF2B5EF4-FFF2-40B4-BE49-F238E27FC236}">
                <a16:creationId xmlns:a16="http://schemas.microsoft.com/office/drawing/2014/main" id="{38921B57-F110-408A-A885-C70C06B7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7" name="board0-stone-W-r4c4">
            <a:extLst xmlns:a="http://schemas.openxmlformats.org/drawingml/2006/main">
              <a:ext uri="{FF2B5EF4-FFF2-40B4-BE49-F238E27FC236}">
                <a16:creationId xmlns:a16="http://schemas.microsoft.com/office/drawing/2014/main" id="{CC1304C8-6FB7-4DD2-8165-B3EB4D01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8" name="body-0">
            <a:extLst xmlns:a="http://schemas.openxmlformats.org/drawingml/2006/main">
              <a:ext uri="{FF2B5EF4-FFF2-40B4-BE49-F238E27FC236}">
                <a16:creationId xmlns:a16="http://schemas.microsoft.com/office/drawing/2014/main" id="{8DCBD84E-66B6-43FC-88C6-7107D1ED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比较标签：黑提12，白提1。</a:t>
            </a:r>
          </a:p>
        </p:txBody>
      </p:sp>
      <p:sp>
        <p:nvSpPr>
          <p:cNvPr id="49" name="body-1">
            <a:extLst xmlns:a="http://schemas.openxmlformats.org/drawingml/2006/main">
              <a:ext uri="{FF2B5EF4-FFF2-40B4-BE49-F238E27FC236}">
                <a16:creationId xmlns:a16="http://schemas.microsoft.com/office/drawing/2014/main" id="{AFACC406-CC48-4AB6-9BCF-1325AC52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它能决定完整围棋的胜负吗？</a:t>
            </a:r>
          </a:p>
        </p:txBody>
      </p:sp>
      <p:sp>
        <p:nvSpPr>
          <p:cNvPr id="50" name="body-2">
            <a:extLst xmlns:a="http://schemas.openxmlformats.org/drawingml/2006/main">
              <a:ext uri="{FF2B5EF4-FFF2-40B4-BE49-F238E27FC236}">
                <a16:creationId xmlns:a16="http://schemas.microsoft.com/office/drawing/2014/main" id="{2BA12E8E-2E3A-4DF9-A701-C460187D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教学假设：其余棋子按活子计。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贴目0；账本不是真实棋谱。</a:t>
            </a:r>
          </a:p>
        </p:txBody>
      </p:sp>
    </p:spTree>
    <p:extLst>
      <p:ext uri="{BB962C8B-B14F-4D97-AF65-F5344CB8AC3E}">
        <p14:creationId xmlns:p14="http://schemas.microsoft.com/office/powerpoint/2010/main" val="1539467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ic">
            <a:extLst xmlns:a="http://schemas.openxmlformats.org/drawingml/2006/main">
              <a:ext uri="{FF2B5EF4-FFF2-40B4-BE49-F238E27FC236}">
                <a16:creationId xmlns:a16="http://schemas.microsoft.com/office/drawing/2014/main" id="{7E829969-BE0E-4DA4-98AF-B4086E70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03  完成第一盘9×9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CD6AB5-F325-4468-9E49-387548FE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双停后，一起确认再计分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3584730-5528-4020-9487-E9026CEA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12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B905C73F-BFBE-478F-806D-0BDA58FF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直观示例</a:t>
            </a:r>
          </a:p>
        </p:txBody>
      </p:sp>
      <p:sp>
        <p:nvSpPr>
          <p:cNvPr id="5" name="process-0">
            <a:extLst xmlns:a="http://schemas.openxmlformats.org/drawingml/2006/main">
              <a:ext uri="{FF2B5EF4-FFF2-40B4-BE49-F238E27FC236}">
                <a16:creationId xmlns:a16="http://schemas.microsoft.com/office/drawing/2014/main" id="{19927400-189D-41BF-8D85-62984F8C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1  连续两次停手（pass），进入终局确认。</a:t>
            </a:r>
          </a:p>
        </p:txBody>
      </p:sp>
      <p:sp>
        <p:nvSpPr>
          <p:cNvPr id="6" name="process-1">
            <a:extLst xmlns:a="http://schemas.openxmlformats.org/drawingml/2006/main">
              <a:ext uri="{FF2B5EF4-FFF2-40B4-BE49-F238E27FC236}">
                <a16:creationId xmlns:a16="http://schemas.microsoft.com/office/drawing/2014/main" id="{75935F5F-60AB-4635-8A88-D6E03DE3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2  双方核对死子和中立点；有争议继续下。</a:t>
            </a:r>
          </a:p>
        </p:txBody>
      </p:sp>
      <p:sp>
        <p:nvSpPr>
          <p:cNvPr id="7" name="process-2">
            <a:extLst xmlns:a="http://schemas.openxmlformats.org/drawingml/2006/main">
              <a:ext uri="{FF2B5EF4-FFF2-40B4-BE49-F238E27FC236}">
                <a16:creationId xmlns:a16="http://schemas.microsoft.com/office/drawing/2014/main" id="{FB2EF631-E7A9-48DA-8536-32921F01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3  移除确认死子后，计算面积（area scoring）。</a:t>
            </a:r>
          </a:p>
        </p:txBody>
      </p:sp>
      <p:sp>
        <p:nvSpPr>
          <p:cNvPr id="8" name="process-3">
            <a:extLst xmlns:a="http://schemas.openxmlformats.org/drawingml/2006/main">
              <a:ext uri="{FF2B5EF4-FFF2-40B4-BE49-F238E27FC236}">
                <a16:creationId xmlns:a16="http://schemas.microsoft.com/office/drawing/2014/main" id="{B22FE9FC-C823-413E-B96B-6B9E0BC6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黑：活子＋黑围空</a:t>
            </a:r>
          </a:p>
          <a:p xmlns:a="http://schemas.openxmlformats.org/drawingml/2006/main">
            <a:pPr algn="l">
              <a:defRPr sz="27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白：活子＋白围空＋开局贴目</a:t>
            </a:r>
          </a:p>
        </p:txBody>
      </p:sp>
      <p:sp>
        <p:nvSpPr>
          <p:cNvPr id="9" name="process-note">
            <a:extLst xmlns:a="http://schemas.openxmlformats.org/drawingml/2006/main">
              <a:ext uri="{FF2B5EF4-FFF2-40B4-BE49-F238E27FC236}">
                <a16:creationId xmlns:a16="http://schemas.microsoft.com/office/drawing/2014/main" id="{33EAAA00-1BEA-4D80-A9E5-9AFF3556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0贴目是教学默认；提子数不额外加分。</a:t>
            </a:r>
          </a:p>
        </p:txBody>
      </p:sp>
    </p:spTree>
    <p:extLst>
      <p:ext uri="{BB962C8B-B14F-4D97-AF65-F5344CB8AC3E}">
        <p14:creationId xmlns:p14="http://schemas.microsoft.com/office/powerpoint/2010/main" val="60633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topic">
            <a:extLst xmlns:a="http://schemas.openxmlformats.org/drawingml/2006/main">
              <a:ext uri="{FF2B5EF4-FFF2-40B4-BE49-F238E27FC236}">
                <a16:creationId xmlns:a16="http://schemas.microsoft.com/office/drawing/2014/main" id="{D0B1B0E2-062B-430C-9B2E-2D55E96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03  完成第一盘9×9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EEAAB7-E863-4DC1-B612-802D5C49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白方能立即回提吗？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8B67166-6110-466E-82ED-CD514A01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13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AB130CAA-4C51-4BB0-BD2B-E9381506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关键对比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8678A1CE-D44D-4433-95EB-5755EEB1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黑D3落子前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B0776E90-519C-4D7B-82B7-9082C7D5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F3FF8DB4-763F-4F8F-A3BA-40C88DD1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E3EFB68C-B63F-4908-8F93-981173B1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CF0A825B-27F9-416B-A419-C6535D3F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949CC0FC-879C-4768-9C2D-AFE57D53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FA506282-739E-4F92-81DD-51A9E0D1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A1F7476E-083B-4851-97B3-7002683A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3DEC1BE2-C3B2-4189-8E8D-8055672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3419D16C-4DDD-47FB-AA9D-680E005A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8EA4E961-19A6-4664-AFB5-616541DA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C111047F-A588-4535-9331-A91202AF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E0EA7047-BF04-4DA7-9013-66A47807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EA91041B-E4A2-4758-8855-0D6D10CE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A4A0AE4F-FD28-44B3-88F4-854B8A03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F5784560-1C49-4062-9AB4-257BC664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0BA6647F-C325-4EF1-82DD-1722BE1F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EACF49AB-95F1-4337-8689-223FEEE4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746E0B10-9492-4D8C-A980-2889438F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0D72F89E-417F-4E94-BBD8-30870F44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6FC7AB95-A88A-4E1B-B022-9ABDCE41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9232F0A1-C7E5-42A6-96A0-4E1395AD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F1A92E4C-1600-41BE-BE78-26F6B02B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W-r1c3">
            <a:extLst xmlns:a="http://schemas.openxmlformats.org/drawingml/2006/main">
              <a:ext uri="{FF2B5EF4-FFF2-40B4-BE49-F238E27FC236}">
                <a16:creationId xmlns:a16="http://schemas.microsoft.com/office/drawing/2014/main" id="{6CE5E540-BF7E-411E-85C4-1F2606B5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06F5F024-AB21-48BB-B056-2916EF2B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W-r2c2">
            <a:extLst xmlns:a="http://schemas.openxmlformats.org/drawingml/2006/main">
              <a:ext uri="{FF2B5EF4-FFF2-40B4-BE49-F238E27FC236}">
                <a16:creationId xmlns:a16="http://schemas.microsoft.com/office/drawing/2014/main" id="{807EAA92-DB55-4E8C-B10E-AE832F99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W-r2c4">
            <a:extLst xmlns:a="http://schemas.openxmlformats.org/drawingml/2006/main">
              <a:ext uri="{FF2B5EF4-FFF2-40B4-BE49-F238E27FC236}">
                <a16:creationId xmlns:a16="http://schemas.microsoft.com/office/drawing/2014/main" id="{83A2B992-B939-4F96-B9C1-A15B281A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9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B-r3c2">
            <a:extLst xmlns:a="http://schemas.openxmlformats.org/drawingml/2006/main">
              <a:ext uri="{FF2B5EF4-FFF2-40B4-BE49-F238E27FC236}">
                <a16:creationId xmlns:a16="http://schemas.microsoft.com/office/drawing/2014/main" id="{6FFAF1AD-54A8-46A3-903E-6F978BF1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045B67F9-5782-4090-A51C-AF11786B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666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caption1">
            <a:extLst xmlns:a="http://schemas.openxmlformats.org/drawingml/2006/main">
              <a:ext uri="{FF2B5EF4-FFF2-40B4-BE49-F238E27FC236}">
                <a16:creationId xmlns:a16="http://schemas.microsoft.com/office/drawing/2014/main" id="{4E345142-9248-48B9-BCE5-8C62ADF3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黑D3提子后</a:t>
            </a:r>
          </a:p>
        </p:txBody>
      </p:sp>
      <p:sp>
        <p:nvSpPr>
          <p:cNvPr id="35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33BF2204-409F-4853-925C-5A14C315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36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453B8B9B-8DBB-4B5E-8862-004556B8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67DF7050-E0E9-4AD8-9A2F-8DB45A05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8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4CE4BF5E-4E19-4263-BECA-1D6AF44B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39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052FB51F-8C90-42E7-8279-BF57C67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40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172F2AE2-2E8D-4CCA-BAC6-BAE76D85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1AB4A385-AC1F-4B8C-AA0D-2E22E833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2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7A89A898-E17B-404A-9651-0698DDB4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43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E2FD04FF-4AE8-44F6-B46E-13E6D9D1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44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CB917EE0-ABF5-4B0D-9A3B-AB7B1BD0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5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E56DDAE4-4DF6-4369-A63F-74516FE7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6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E097689D-D949-4722-AFA0-85C284CC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47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ACC64D43-EF61-4378-AB59-4C827E50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48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6B146BAD-85E3-42E0-BBE3-98E06081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9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14E229FA-1EA9-495D-8E8B-1A7DBBB1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0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C63FECBD-64AE-405B-9F91-C32277E1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51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8DD7EEAA-CC76-4C4E-B374-F26A52D9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2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BE15F3C6-8068-48C9-8304-6CDADB3B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3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32D5AA90-329D-44E1-A49A-5BF2FA88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4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1BB28EC8-7A56-4BB6-B261-B82BFC47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55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DEF88532-E6BE-4143-9AEE-034E484C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6" name="board1-stone-B-r1c2">
            <a:extLst xmlns:a="http://schemas.openxmlformats.org/drawingml/2006/main">
              <a:ext uri="{FF2B5EF4-FFF2-40B4-BE49-F238E27FC236}">
                <a16:creationId xmlns:a16="http://schemas.microsoft.com/office/drawing/2014/main" id="{BF094944-194B-4ADC-AD8E-258CC237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7" name="board1-stone-W-r1c3">
            <a:extLst xmlns:a="http://schemas.openxmlformats.org/drawingml/2006/main">
              <a:ext uri="{FF2B5EF4-FFF2-40B4-BE49-F238E27FC236}">
                <a16:creationId xmlns:a16="http://schemas.microsoft.com/office/drawing/2014/main" id="{F2210CE0-4163-4394-B709-46413E37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8" name="board1-stone-B-r2c1">
            <a:extLst xmlns:a="http://schemas.openxmlformats.org/drawingml/2006/main">
              <a:ext uri="{FF2B5EF4-FFF2-40B4-BE49-F238E27FC236}">
                <a16:creationId xmlns:a16="http://schemas.microsoft.com/office/drawing/2014/main" id="{B97D9EA8-EF24-4ED4-AEE8-07346B8E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9" name="board1-stone-B-r2c3">
            <a:extLst xmlns:a="http://schemas.openxmlformats.org/drawingml/2006/main">
              <a:ext uri="{FF2B5EF4-FFF2-40B4-BE49-F238E27FC236}">
                <a16:creationId xmlns:a16="http://schemas.microsoft.com/office/drawing/2014/main" id="{2E8B6477-1D2D-4315-AF8F-FF81FC0D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0" name="board1-stone-W-r2c4">
            <a:extLst xmlns:a="http://schemas.openxmlformats.org/drawingml/2006/main">
              <a:ext uri="{FF2B5EF4-FFF2-40B4-BE49-F238E27FC236}">
                <a16:creationId xmlns:a16="http://schemas.microsoft.com/office/drawing/2014/main" id="{12D4BF2B-9746-4280-909B-FAA01E9B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47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1" name="board1-stone-B-r3c2">
            <a:extLst xmlns:a="http://schemas.openxmlformats.org/drawingml/2006/main">
              <a:ext uri="{FF2B5EF4-FFF2-40B4-BE49-F238E27FC236}">
                <a16:creationId xmlns:a16="http://schemas.microsoft.com/office/drawing/2014/main" id="{13283DE9-19B6-4570-8FE3-32BA8C46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2" name="board1-stone-W-r3c3">
            <a:extLst xmlns:a="http://schemas.openxmlformats.org/drawingml/2006/main">
              <a:ext uri="{FF2B5EF4-FFF2-40B4-BE49-F238E27FC236}">
                <a16:creationId xmlns:a16="http://schemas.microsoft.com/office/drawing/2014/main" id="{4094537A-439E-4847-805D-ACA49294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63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C0DFE537-86BA-4ABD-B025-40666CA3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 D3 提走 C3 白子后，轮到白方。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若白 C3 回提，会重现哪幅棋盘？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先比较完整布局，再作判断。</a:t>
            </a:r>
          </a:p>
        </p:txBody>
      </p:sp>
    </p:spTree>
    <p:extLst>
      <p:ext uri="{BB962C8B-B14F-4D97-AF65-F5344CB8AC3E}">
        <p14:creationId xmlns:p14="http://schemas.microsoft.com/office/powerpoint/2010/main" val="1437183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ic">
            <a:extLst xmlns:a="http://schemas.openxmlformats.org/drawingml/2006/main">
              <a:ext uri="{FF2B5EF4-FFF2-40B4-BE49-F238E27FC236}">
                <a16:creationId xmlns:a16="http://schemas.microsoft.com/office/drawing/2014/main" id="{B7251F49-2ED8-443D-9314-6AA375F0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03  完成第一盘9×9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89BCFD-35EF-4AC1-B814-FCC11D9B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活子、围空、中立，怎样数？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3C0CDF6-BA8E-40A7-840B-0D8F5BD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14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8F39559A-41AB-4DC9-9E81-10A66AAE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成员尝试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70E7858D-B80A-4721-8032-48692810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完整5×5计分练习；先找空区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CBE2CD7D-83A8-41A0-9C7A-C83F105F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5DA87067-EA90-473D-B432-08BB406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3D48858D-3ED2-400B-90AC-B48347CB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E0A25B7F-D412-4AB1-A98B-C66B5657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DF64617F-366F-4011-981B-C861AA48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C9B3269B-0BA9-4EBC-8AB8-4ADEE4BA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1E50F440-7B0B-4133-8B4A-83A714E4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5E861002-23A4-4D12-B56C-37AEC76C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2BE7E543-A796-4828-BC34-47E57EEE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0CFF130B-DA70-4DB3-92AB-5A3AB516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A2B81298-A3FF-4202-90BA-63143664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78550B4C-B5F3-425B-A621-9998D4C2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58426F8D-9A70-4C40-805E-24C54427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CD8394FA-D410-4178-B331-F6A087F0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09697E7E-C276-454D-A661-786D837C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1A0C1031-75AF-4EF7-81C8-C8448147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C526E3CA-2A3F-437E-A6CA-5307BF2C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EB944C46-C438-4064-AB75-7C88242B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8349C54A-FDC4-4FAA-9771-EB90EE15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E96D6AE0-1671-4D25-9C53-76F0B7A6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70988864-FCA8-45F4-98B9-8A1E5FFF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0c0">
            <a:extLst xmlns:a="http://schemas.openxmlformats.org/drawingml/2006/main">
              <a:ext uri="{FF2B5EF4-FFF2-40B4-BE49-F238E27FC236}">
                <a16:creationId xmlns:a16="http://schemas.microsoft.com/office/drawing/2014/main" id="{2BBEE887-7D85-4801-AD60-A6001C7D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0c2">
            <a:extLst xmlns:a="http://schemas.openxmlformats.org/drawingml/2006/main">
              <a:ext uri="{FF2B5EF4-FFF2-40B4-BE49-F238E27FC236}">
                <a16:creationId xmlns:a16="http://schemas.microsoft.com/office/drawing/2014/main" id="{FDCAB242-194A-47F1-970E-776B5C39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0c4">
            <a:extLst xmlns:a="http://schemas.openxmlformats.org/drawingml/2006/main">
              <a:ext uri="{FF2B5EF4-FFF2-40B4-BE49-F238E27FC236}">
                <a16:creationId xmlns:a16="http://schemas.microsoft.com/office/drawing/2014/main" id="{970D9CBC-943D-462D-AF90-A785A4DF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1c0">
            <a:extLst xmlns:a="http://schemas.openxmlformats.org/drawingml/2006/main">
              <a:ext uri="{FF2B5EF4-FFF2-40B4-BE49-F238E27FC236}">
                <a16:creationId xmlns:a16="http://schemas.microsoft.com/office/drawing/2014/main" id="{ECA4EF2C-5992-4FA8-9CD0-822EFEA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C6FA7875-7D47-47EC-8A22-11C0E923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D838A994-B321-4A5D-ABFA-1AD42FA4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3" name="board0-stone-B-r1c3">
            <a:extLst xmlns:a="http://schemas.openxmlformats.org/drawingml/2006/main">
              <a:ext uri="{FF2B5EF4-FFF2-40B4-BE49-F238E27FC236}">
                <a16:creationId xmlns:a16="http://schemas.microsoft.com/office/drawing/2014/main" id="{9AB97AE0-3A98-4793-A1F9-BA1EC2FB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4" name="board0-stone-B-r1c4">
            <a:extLst xmlns:a="http://schemas.openxmlformats.org/drawingml/2006/main">
              <a:ext uri="{FF2B5EF4-FFF2-40B4-BE49-F238E27FC236}">
                <a16:creationId xmlns:a16="http://schemas.microsoft.com/office/drawing/2014/main" id="{DE3FCDA6-E794-45C7-8EBF-B42FEE62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5" name="board0-stone-W-r3c0">
            <a:extLst xmlns:a="http://schemas.openxmlformats.org/drawingml/2006/main">
              <a:ext uri="{FF2B5EF4-FFF2-40B4-BE49-F238E27FC236}">
                <a16:creationId xmlns:a16="http://schemas.microsoft.com/office/drawing/2014/main" id="{414313DC-6E63-4076-A108-9BE3E653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6" name="board0-stone-W-r3c1">
            <a:extLst xmlns:a="http://schemas.openxmlformats.org/drawingml/2006/main">
              <a:ext uri="{FF2B5EF4-FFF2-40B4-BE49-F238E27FC236}">
                <a16:creationId xmlns:a16="http://schemas.microsoft.com/office/drawing/2014/main" id="{A936BA01-F9D3-4D9D-AA50-D6DB4196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7" name="board0-stone-W-r3c2">
            <a:extLst xmlns:a="http://schemas.openxmlformats.org/drawingml/2006/main">
              <a:ext uri="{FF2B5EF4-FFF2-40B4-BE49-F238E27FC236}">
                <a16:creationId xmlns:a16="http://schemas.microsoft.com/office/drawing/2014/main" id="{9CB143A1-0EB9-412F-B93F-C41C36A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8" name="board0-stone-W-r3c3">
            <a:extLst xmlns:a="http://schemas.openxmlformats.org/drawingml/2006/main">
              <a:ext uri="{FF2B5EF4-FFF2-40B4-BE49-F238E27FC236}">
                <a16:creationId xmlns:a16="http://schemas.microsoft.com/office/drawing/2014/main" id="{D9644DFA-963D-4E13-94F2-ABE0178A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285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9" name="board0-stone-W-r3c4">
            <a:extLst xmlns:a="http://schemas.openxmlformats.org/drawingml/2006/main">
              <a:ext uri="{FF2B5EF4-FFF2-40B4-BE49-F238E27FC236}">
                <a16:creationId xmlns:a16="http://schemas.microsoft.com/office/drawing/2014/main" id="{59034ECD-E135-4C0B-9921-7B54D795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0" name="board0-stone-W-r4c0">
            <a:extLst xmlns:a="http://schemas.openxmlformats.org/drawingml/2006/main">
              <a:ext uri="{FF2B5EF4-FFF2-40B4-BE49-F238E27FC236}">
                <a16:creationId xmlns:a16="http://schemas.microsoft.com/office/drawing/2014/main" id="{4E915D40-CB87-4625-9C82-5BB7F346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1" name="board0-stone-W-r4c2">
            <a:extLst xmlns:a="http://schemas.openxmlformats.org/drawingml/2006/main">
              <a:ext uri="{FF2B5EF4-FFF2-40B4-BE49-F238E27FC236}">
                <a16:creationId xmlns:a16="http://schemas.microsoft.com/office/drawing/2014/main" id="{CC299FD8-E16E-4970-9B0B-D4C3DD27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2" name="board0-stone-W-r4c4">
            <a:extLst xmlns:a="http://schemas.openxmlformats.org/drawingml/2006/main">
              <a:ext uri="{FF2B5EF4-FFF2-40B4-BE49-F238E27FC236}">
                <a16:creationId xmlns:a16="http://schemas.microsoft.com/office/drawing/2014/main" id="{C0FF1F4E-6D22-47BF-8A0E-B968EDC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73" y="495504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43" name="body-0">
            <a:extLst xmlns:a="http://schemas.openxmlformats.org/drawingml/2006/main">
              <a:ext uri="{FF2B5EF4-FFF2-40B4-BE49-F238E27FC236}">
                <a16:creationId xmlns:a16="http://schemas.microsoft.com/office/drawing/2014/main" id="{B6533C66-3015-47FA-A733-7DA6B161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黑活子＋黑围空＝？</a:t>
            </a:r>
          </a:p>
        </p:txBody>
      </p:sp>
      <p:sp>
        <p:nvSpPr>
          <p:cNvPr id="44" name="body-1">
            <a:extLst xmlns:a="http://schemas.openxmlformats.org/drawingml/2006/main">
              <a:ext uri="{FF2B5EF4-FFF2-40B4-BE49-F238E27FC236}">
                <a16:creationId xmlns:a16="http://schemas.microsoft.com/office/drawing/2014/main" id="{92CE9EF7-33F5-4579-AD43-1D9ACADD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白活子＋白围空＋贴目＝？</a:t>
            </a:r>
          </a:p>
        </p:txBody>
      </p:sp>
      <p:sp>
        <p:nvSpPr>
          <p:cNvPr id="45" name="body-2">
            <a:extLst xmlns:a="http://schemas.openxmlformats.org/drawingml/2006/main">
              <a:ext uri="{FF2B5EF4-FFF2-40B4-BE49-F238E27FC236}">
                <a16:creationId xmlns:a16="http://schemas.microsoft.com/office/drawing/2014/main" id="{33EFD036-800B-4508-9AA6-71C3E0DC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哪些空点属于中立点？</a:t>
            </a:r>
          </a:p>
        </p:txBody>
      </p:sp>
      <p:sp>
        <p:nvSpPr>
          <p:cNvPr id="46" name="body-3">
            <a:extLst xmlns:a="http://schemas.openxmlformats.org/drawingml/2006/main">
              <a:ext uri="{FF2B5EF4-FFF2-40B4-BE49-F238E27FC236}">
                <a16:creationId xmlns:a16="http://schemas.microsoft.com/office/drawing/2014/main" id="{24505E37-531E-42C0-8003-9A64C658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148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教学假设：全体棋子按活子计。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贴目0；算例并非实战终局。</a:t>
            </a:r>
          </a:p>
        </p:txBody>
      </p:sp>
    </p:spTree>
    <p:extLst>
      <p:ext uri="{BB962C8B-B14F-4D97-AF65-F5344CB8AC3E}">
        <p14:creationId xmlns:p14="http://schemas.microsoft.com/office/powerpoint/2010/main" val="1004934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opic">
            <a:extLst xmlns:a="http://schemas.openxmlformats.org/drawingml/2006/main">
              <a:ext uri="{FF2B5EF4-FFF2-40B4-BE49-F238E27FC236}">
                <a16:creationId xmlns:a16="http://schemas.microsoft.com/office/drawing/2014/main" id="{F7FC102A-4799-4C1B-B408-6EF4304D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03  完成第一盘9×9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764CA8-6FC3-4BE7-A7D2-C81B505E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完整9×9，从空盘开始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9538B4A-4A4C-4EBE-998F-A8387247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15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5449D08A-AE39-4B0B-8065-710B542D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转入对弈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2E454BED-ADB4-4CF5-B4F4-AAE27CB6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完整9×9；与首提即止的小游戏区分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00FE317B-F753-45E1-A63F-CE4C511A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25A631B3-2897-4700-BDC9-8B2661A6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BD5BF672-1594-49A2-BF5A-1FEB3004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2961057A-1B7B-4182-897A-8E054F20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7288CF97-8006-470D-AB1F-DDD17DFB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410EBB42-A769-4552-ADD3-FDD0975B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40794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18703466-0607-4519-970B-CBC7CE44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319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0E946EF4-8161-4626-8EC6-556675FE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869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0927128C-26B6-436C-A19C-501F0A23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8394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FE3C9B95-D346-44FA-9B82-BEA927EE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ED3245A3-8C7A-41DB-A85E-384C9B46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E99B2588-EA94-4BEF-904D-EF4E1034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A1D872FB-66B1-4648-8C5F-8EFAEC45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38E63288-9D18-4272-94B1-89F56BA1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17081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7CA6E826-46EF-4CC6-8DEB-20CABD70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606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3A5714EE-DF11-49B2-9DB1-511F27A4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82652C85-1DAF-46EA-9E53-1911674C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64681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46B7636D-F05B-4A84-A57F-82813122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DECF741A-37FD-4AD5-9B88-5B1CFA98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0C549866-AEF6-45D2-84A1-8BAA022D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06489CAF-17CA-4AD9-B997-6979D5BF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7" name="board0-grid-row-5">
            <a:extLst xmlns:a="http://schemas.openxmlformats.org/drawingml/2006/main">
              <a:ext uri="{FF2B5EF4-FFF2-40B4-BE49-F238E27FC236}">
                <a16:creationId xmlns:a16="http://schemas.microsoft.com/office/drawing/2014/main" id="{CE7F3858-3D5C-47B3-BD59-235D1826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93369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8" name="board0-grid-col-5">
            <a:extLst xmlns:a="http://schemas.openxmlformats.org/drawingml/2006/main">
              <a:ext uri="{FF2B5EF4-FFF2-40B4-BE49-F238E27FC236}">
                <a16:creationId xmlns:a16="http://schemas.microsoft.com/office/drawing/2014/main" id="{3DE5EA0C-37DE-4E53-8C05-6E8BD71C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894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9" name="board0-column-5">
            <a:extLst xmlns:a="http://schemas.openxmlformats.org/drawingml/2006/main">
              <a:ext uri="{FF2B5EF4-FFF2-40B4-BE49-F238E27FC236}">
                <a16:creationId xmlns:a16="http://schemas.microsoft.com/office/drawing/2014/main" id="{666B7D8F-7CC6-4196-AF63-1E6C72D5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444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F</a:t>
            </a:r>
          </a:p>
        </p:txBody>
      </p:sp>
      <p:sp>
        <p:nvSpPr>
          <p:cNvPr id="30" name="board0-row-5">
            <a:extLst xmlns:a="http://schemas.openxmlformats.org/drawingml/2006/main">
              <a:ext uri="{FF2B5EF4-FFF2-40B4-BE49-F238E27FC236}">
                <a16:creationId xmlns:a16="http://schemas.microsoft.com/office/drawing/2014/main" id="{DF4F0C74-396A-4E8E-8BE5-9B158F48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40969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board0-grid-row-6">
            <a:extLst xmlns:a="http://schemas.openxmlformats.org/drawingml/2006/main">
              <a:ext uri="{FF2B5EF4-FFF2-40B4-BE49-F238E27FC236}">
                <a16:creationId xmlns:a16="http://schemas.microsoft.com/office/drawing/2014/main" id="{7C0A29C6-EA65-4A3B-8CB4-710A6E2D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2" name="board0-grid-col-6">
            <a:extLst xmlns:a="http://schemas.openxmlformats.org/drawingml/2006/main">
              <a:ext uri="{FF2B5EF4-FFF2-40B4-BE49-F238E27FC236}">
                <a16:creationId xmlns:a16="http://schemas.microsoft.com/office/drawing/2014/main" id="{C7E321EC-E8B4-4646-97FE-7A298915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3" name="board0-column-6">
            <a:extLst xmlns:a="http://schemas.openxmlformats.org/drawingml/2006/main">
              <a:ext uri="{FF2B5EF4-FFF2-40B4-BE49-F238E27FC236}">
                <a16:creationId xmlns:a16="http://schemas.microsoft.com/office/drawing/2014/main" id="{D632D1B4-FD97-42E4-BF87-05ADC42E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</a:t>
            </a:r>
          </a:p>
        </p:txBody>
      </p:sp>
      <p:sp>
        <p:nvSpPr>
          <p:cNvPr id="34" name="board0-row-6">
            <a:extLst xmlns:a="http://schemas.openxmlformats.org/drawingml/2006/main">
              <a:ext uri="{FF2B5EF4-FFF2-40B4-BE49-F238E27FC236}">
                <a16:creationId xmlns:a16="http://schemas.microsoft.com/office/drawing/2014/main" id="{A548980C-C10E-4DF5-960A-24717CC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5" name="board0-grid-row-7">
            <a:extLst xmlns:a="http://schemas.openxmlformats.org/drawingml/2006/main">
              <a:ext uri="{FF2B5EF4-FFF2-40B4-BE49-F238E27FC236}">
                <a16:creationId xmlns:a16="http://schemas.microsoft.com/office/drawing/2014/main" id="{63FFF5F0-EB7B-446D-BEB2-B459B963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869656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0-grid-col-7">
            <a:extLst xmlns:a="http://schemas.openxmlformats.org/drawingml/2006/main">
              <a:ext uri="{FF2B5EF4-FFF2-40B4-BE49-F238E27FC236}">
                <a16:creationId xmlns:a16="http://schemas.microsoft.com/office/drawing/2014/main" id="{CFBF6B70-4BD3-4B94-B936-FEEDC234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181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7" name="board0-column-7">
            <a:extLst xmlns:a="http://schemas.openxmlformats.org/drawingml/2006/main">
              <a:ext uri="{FF2B5EF4-FFF2-40B4-BE49-F238E27FC236}">
                <a16:creationId xmlns:a16="http://schemas.microsoft.com/office/drawing/2014/main" id="{6D625CC6-4EFA-4F91-A0FE-ACB407CC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31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H</a:t>
            </a:r>
          </a:p>
        </p:txBody>
      </p:sp>
      <p:sp>
        <p:nvSpPr>
          <p:cNvPr id="38" name="board0-row-7">
            <a:extLst xmlns:a="http://schemas.openxmlformats.org/drawingml/2006/main">
              <a:ext uri="{FF2B5EF4-FFF2-40B4-BE49-F238E27FC236}">
                <a16:creationId xmlns:a16="http://schemas.microsoft.com/office/drawing/2014/main" id="{AB40F7C5-C723-472A-BAA8-F6B1FBC1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725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39" name="board0-grid-row-8">
            <a:extLst xmlns:a="http://schemas.openxmlformats.org/drawingml/2006/main">
              <a:ext uri="{FF2B5EF4-FFF2-40B4-BE49-F238E27FC236}">
                <a16:creationId xmlns:a16="http://schemas.microsoft.com/office/drawing/2014/main" id="{D70AAB45-4376-410A-A860-414D7301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0-grid-col-8">
            <a:extLst xmlns:a="http://schemas.openxmlformats.org/drawingml/2006/main">
              <a:ext uri="{FF2B5EF4-FFF2-40B4-BE49-F238E27FC236}">
                <a16:creationId xmlns:a16="http://schemas.microsoft.com/office/drawing/2014/main" id="{5ECC7E35-CA0E-4826-BBA2-45761325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1" name="board0-column-8">
            <a:extLst xmlns:a="http://schemas.openxmlformats.org/drawingml/2006/main">
              <a:ext uri="{FF2B5EF4-FFF2-40B4-BE49-F238E27FC236}">
                <a16:creationId xmlns:a16="http://schemas.microsoft.com/office/drawing/2014/main" id="{A469008C-81FC-4137-BA03-8E9E1145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J</a:t>
            </a:r>
          </a:p>
        </p:txBody>
      </p:sp>
      <p:sp>
        <p:nvSpPr>
          <p:cNvPr id="42" name="board0-row-8">
            <a:extLst xmlns:a="http://schemas.openxmlformats.org/drawingml/2006/main">
              <a:ext uri="{FF2B5EF4-FFF2-40B4-BE49-F238E27FC236}">
                <a16:creationId xmlns:a16="http://schemas.microsoft.com/office/drawing/2014/main" id="{C07B447B-2E06-48C5-A904-6F93C614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43" name="body-0">
            <a:extLst xmlns:a="http://schemas.openxmlformats.org/drawingml/2006/main">
              <a:ext uri="{FF2B5EF4-FFF2-40B4-BE49-F238E27FC236}">
                <a16:creationId xmlns:a16="http://schemas.microsoft.com/office/drawing/2014/main" id="{8ECC60D4-A756-48F4-B0D7-C2A181C7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完整围棋：确认后比较面积。</a:t>
            </a:r>
          </a:p>
        </p:txBody>
      </p:sp>
      <p:sp>
        <p:nvSpPr>
          <p:cNvPr id="44" name="body-1">
            <a:extLst xmlns:a="http://schemas.openxmlformats.org/drawingml/2006/main">
              <a:ext uri="{FF2B5EF4-FFF2-40B4-BE49-F238E27FC236}">
                <a16:creationId xmlns:a16="http://schemas.microsoft.com/office/drawing/2014/main" id="{342A8202-D46B-46F0-AC0E-22EBDCAC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开局贴目默认0，允许和棋。</a:t>
            </a:r>
          </a:p>
        </p:txBody>
      </p:sp>
      <p:sp>
        <p:nvSpPr>
          <p:cNvPr id="45" name="body-2">
            <a:extLst xmlns:a="http://schemas.openxmlformats.org/drawingml/2006/main">
              <a:ext uri="{FF2B5EF4-FFF2-40B4-BE49-F238E27FC236}">
                <a16:creationId xmlns:a16="http://schemas.microsoft.com/office/drawing/2014/main" id="{697F1BA9-3CED-4FE4-99EC-BF12DBAF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双停后共同确认；有争议继续下。</a:t>
            </a:r>
          </a:p>
        </p:txBody>
      </p:sp>
    </p:spTree>
    <p:extLst>
      <p:ext uri="{BB962C8B-B14F-4D97-AF65-F5344CB8AC3E}">
        <p14:creationId xmlns:p14="http://schemas.microsoft.com/office/powerpoint/2010/main" val="2140385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2026-10-05T09:57:36.6900000Z</dcterms:created>
  <dcterms:modified xsi:type="dcterms:W3CDTF">2026-10-05T09:57:36.6900000Z</dcterms:modified>
</coreProperties>
</file>