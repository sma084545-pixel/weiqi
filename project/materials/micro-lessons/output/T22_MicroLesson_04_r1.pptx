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4f004360e4867" /><Relationship Type="http://schemas.openxmlformats.org/officeDocument/2006/relationships/extended-properties" Target="/docProps/app.xml" Id="Rcaee227a9ec24384" /><Relationship Type="http://schemas.openxmlformats.org/officeDocument/2006/relationships/officeDocument" Target="/ppt/presentation.xml" Id="Re643460fd69a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74b7a722b74166"/>
  </p:sldMasterIdLst>
  <p:notesMasterIdLst>
    <p:notesMasterId xmlns:r="http://schemas.openxmlformats.org/officeDocument/2006/relationships" r:id="R132e1ba597704b80"/>
  </p:notesMasterIdLst>
  <p:sldIdLst>
    <p:sldId xmlns:r="http://schemas.openxmlformats.org/officeDocument/2006/relationships" id="256" r:id="R874b5811021f4463"/>
    <p:sldId xmlns:r="http://schemas.openxmlformats.org/officeDocument/2006/relationships" id="257" r:id="Rf10a1e79d09147d3"/>
    <p:sldId xmlns:r="http://schemas.openxmlformats.org/officeDocument/2006/relationships" id="258" r:id="Rba3713f17e7e469c"/>
    <p:sldId xmlns:r="http://schemas.openxmlformats.org/officeDocument/2006/relationships" id="259" r:id="R250966f46bb64c7f"/>
    <p:sldId xmlns:r="http://schemas.openxmlformats.org/officeDocument/2006/relationships" id="260" r:id="R525cee57474249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be31e05544557" /><Relationship Type="http://schemas.openxmlformats.org/officeDocument/2006/relationships/slideMaster" Target="/ppt/slideMasters/slideMaster1.xml" Id="Rf874b7a722b74166" /><Relationship Type="http://schemas.openxmlformats.org/officeDocument/2006/relationships/notesMaster" Target="/ppt/notesMasters/notesMaster1.xml" Id="R132e1ba597704b80" /><Relationship Type="http://schemas.openxmlformats.org/officeDocument/2006/relationships/presProps" Target="/ppt/presProps.xml" Id="R67076da52c9745d9" /><Relationship Type="http://schemas.openxmlformats.org/officeDocument/2006/relationships/tableStyles" Target="/ppt/tableStyles.xml" Id="Rfc8272c64aad480a" /><Relationship Type="http://schemas.openxmlformats.org/officeDocument/2006/relationships/slide" Target="/ppt/slides/slide1.xml" Id="R874b5811021f4463" /><Relationship Type="http://schemas.openxmlformats.org/officeDocument/2006/relationships/slide" Target="/ppt/slides/slide2.xml" Id="Rf10a1e79d09147d3" /><Relationship Type="http://schemas.openxmlformats.org/officeDocument/2006/relationships/slide" Target="/ppt/slides/slide3.xml" Id="Rba3713f17e7e469c" /><Relationship Type="http://schemas.openxmlformats.org/officeDocument/2006/relationships/slide" Target="/ppt/slides/slide4.xml" Id="R250966f46bb64c7f" /><Relationship Type="http://schemas.openxmlformats.org/officeDocument/2006/relationships/slide" Target="/ppt/slides/slide5.xml" Id="R525cee574742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3c67f1752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208a3ce9944f0" /><Relationship Type="http://schemas.openxmlformats.org/officeDocument/2006/relationships/notesMaster" Target="/ppt/notesMasters/notesMaster1.xml" Id="Rdecb33ee5c9848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8b9cb92c5c4030" /><Relationship Type="http://schemas.openxmlformats.org/officeDocument/2006/relationships/notesMaster" Target="/ppt/notesMasters/notesMaster1.xml" Id="R52d3db02babd46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6ea9115a04ad5" /><Relationship Type="http://schemas.openxmlformats.org/officeDocument/2006/relationships/notesMaster" Target="/ppt/notesMasters/notesMaster1.xml" Id="Rb95f93988441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5f980c4cd40fd" /><Relationship Type="http://schemas.openxmlformats.org/officeDocument/2006/relationships/notesMaster" Target="/ppt/notesMasters/notesMaster1.xml" Id="Rf756e1075394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f60cfd6d134254" /><Relationship Type="http://schemas.openxmlformats.org/officeDocument/2006/relationships/notesMaster" Target="/ppt/notesMasters/notesMaster1.xml" Id="R0df639c4514e49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黑先，目标是把B3与D3两块黑棋在这一手连起来。请指一个交叉点，并说明它怎样同时接到两边。记住连接要沿线，不是让它们看起来更靠近。本题只问即时目标，不判断这块棋以后一定活。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黑在什么点，能同时正交接上B3与D3？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C3。可能选C2，因为在两块中间下方。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先用手指沿已有棋子追连接；尝试后才揭示C3。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下一页看接上以后整块怎样变化。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黑下C3后，它与两边黑子正交相邻，三颗合为一块。以后数气要看这整块不重复的空点；若整块无气，也一起提走。连接改变连通关系，可能帮助棋子共享气，但这不自动证明永久安全。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connection；气 liberty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连接以后还能把中间一颗当独立棋块数气吗？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不能，三颗属于同一块。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请成员顺着黑棋走一遍连通路径。强调本页只验证这一次连接，不声称最优策略或活棋。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下一页比较若没有及时接，白方会怎样回应。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r1，核查分支 l1-1；assets/frozen/content/puzzles/CON-001.json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两张图来自同一道题的已核查变化。左边黑C3完成目标。右边先黑C2，再白C3，占住原来的连接点，于是B3与D3仍分开。这里的切断是阻止原计划接上，并不是把一条已经正交实连的链直接拆开。也不能据此断言永远无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切断 cut；连接 connection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右图白C3后，原来的两个目标是不是同一连通块？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不是；黑C2也没有直接接上两目标。可能把这一手没接上说成永久分离。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检查当前连通关系即可。后续策略仍要继续试下；不要把有限题目目标扩写成全盘胜负。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下一页试一个有两种接法的局面。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r1，核查分支 l1-1；assets/frozen/content/puzzles/CON-001.json</a:t>
            </a:r>
          </a:p>
          <a:p xmlns:a="http://schemas.openxmlformats.org/drawingml/2006/main">
            <a:r>
              <a:t>CON-001 r1，核查分支 l2-1 / l2-2；assets/frozen/content/puzzles/CON-001.json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这次B4与C3斜着靠近，目前仍是两块。请各自找一个同时正交接上它们的点，再交换理由。题库有两种成功首手，不要因为两个人选了不同点，就以为必有一人错。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connection；正交相邻 orthogonal adjacency（说明词）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有哪些一手接法？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C4或B3，两手都成功。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尝试后分别摆C4、B3核对。其他合法手若未在库中收录，不因缺记录自动判错；只检查本手是否达到明确目标。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把“我的候选点、你的回应”带到实际对弈。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可比较黑A4后白B3的已核查分支：C4仍可连接，不能说黑已永久断开。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CON-002 r1；assets/frozen/content/puzzles/CON-002.json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现在下9路。遇到想连接的两块，先说出你的候选点，伙伴再提出一个可能的回应。双方可以同意在旁边5路练习盘复摆试下，再回到原对局。实际对局的棋盘和历史要保留；旁边的摆棋练习是新的教学起点。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connection；切断 cut；试下 trial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你的候选点改变了哪两块的连接？对手有什么回应？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允许多种有理由的选择，不评“个人价值”或快慢。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先听解释，再按合法性实际试下。提出切断点不等于策略已证明最优。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继续对弈；下次可自选连接挑战、眼形练习或直接对弈。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42f6cecc44f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36da7cc0041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9824c65d24d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f2b489dce45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db6c0a65942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959a3cb2645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5F0B74B-3A8C-4AAA-B819-8596612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E94739-E651-46FF-97EF-3F38E31D5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0E74724-3C17-45B6-9EF1-6DA2081A8C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4BB245C-FC25-4C99-96B8-D8A4FE7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7651CE-1E8B-4608-9F98-148E2F250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668AE95-ECC6-47A4-AA43-E2B29F3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97611D-A8C2-4AFD-A5C8-8D109219D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A38578-6ABD-41F8-9933-B30FE25F3C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6671E8-76C9-497B-A1E8-E828E9E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DA5F33-DEFE-4FC0-918D-6F4900CC0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08ABF-F0A2-4B51-B543-B0157C321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7DFAF5-2A23-45CC-A55F-0E4F6A7336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1523B5-2D88-4C7C-B87D-4EB6736F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9023A3-2F82-4714-A610-758C04086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C42E89-E25A-45EB-97CD-113201C77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5bab280884667" /><Relationship Type="http://schemas.openxmlformats.org/officeDocument/2006/relationships/slideLayout" Target="/ppt/slideLayouts/slideLayout1.xml" Id="Rb31f8adf34bb4d3a" /><Relationship Type="http://schemas.openxmlformats.org/officeDocument/2006/relationships/slideLayout" Target="/ppt/slideLayouts/slideLayout2.xml" Id="Rdbabba97d6fd45ff" /><Relationship Type="http://schemas.openxmlformats.org/officeDocument/2006/relationships/slideLayout" Target="/ppt/slideLayouts/slideLayout3.xml" Id="R8a11cf2b537f4a45" /><Relationship Type="http://schemas.openxmlformats.org/officeDocument/2006/relationships/slideLayout" Target="/ppt/slideLayouts/slideLayout4.xml" Id="R916991b429814c5f" /><Relationship Type="http://schemas.openxmlformats.org/officeDocument/2006/relationships/slideLayout" Target="/ppt/slideLayouts/slideLayout5.xml" Id="R0fd72c65cb9346a6" /><Relationship Type="http://schemas.openxmlformats.org/officeDocument/2006/relationships/slideLayout" Target="/ppt/slideLayouts/slideLayout6.xml" Id="R2fd2e22e3c3a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f8adf34bb4d3a"/>
    <p:sldLayoutId xmlns:r="http://schemas.openxmlformats.org/officeDocument/2006/relationships" id="2147483650" r:id="Rdbabba97d6fd45ff"/>
    <p:sldLayoutId xmlns:r="http://schemas.openxmlformats.org/officeDocument/2006/relationships" id="2147483651" r:id="R8a11cf2b537f4a45"/>
    <p:sldLayoutId xmlns:r="http://schemas.openxmlformats.org/officeDocument/2006/relationships" id="2147483652" r:id="R916991b429814c5f"/>
    <p:sldLayoutId xmlns:r="http://schemas.openxmlformats.org/officeDocument/2006/relationships" id="2147483653" r:id="R0fd72c65cb9346a6"/>
    <p:sldLayoutId xmlns:r="http://schemas.openxmlformats.org/officeDocument/2006/relationships" id="2147483654" r:id="R2fd2e22e3c3a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529c882294e32" /><Relationship Type="http://schemas.openxmlformats.org/officeDocument/2006/relationships/notesSlide" Target="/ppt/notesSlides/notesSlide1.xml" Id="Ra5e4389c53cc41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5dbfd81fd4458" /><Relationship Type="http://schemas.openxmlformats.org/officeDocument/2006/relationships/notesSlide" Target="/ppt/notesSlides/notesSlide2.xml" Id="Rdc43ee077f4b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ed906d5db40a3" /><Relationship Type="http://schemas.openxmlformats.org/officeDocument/2006/relationships/notesSlide" Target="/ppt/notesSlides/notesSlide3.xml" Id="Rc854c70b32b6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b25e1d3a24327" /><Relationship Type="http://schemas.openxmlformats.org/officeDocument/2006/relationships/notesSlide" Target="/ppt/notesSlides/notesSlide4.xml" Id="Re22dedd45703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3cc539c0848a6" /><Relationship Type="http://schemas.openxmlformats.org/officeDocument/2006/relationships/notesSlide" Target="/ppt/notesSlides/notesSlide5.xml" Id="R1edd91bd86574b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031CD874-8E03-4D4C-B793-4A1AE6D3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BDC8DF-48B5-4FDE-B845-F9FB79E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黑先，一手把两块接起来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413F6BF-BC5E-438F-8C9F-2F12DB38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16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3160A6F2-36FC-4F57-BB2E-8985FDB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D56D8B2D-D33E-4842-903A-45E1AE9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黑先；目标B3与D3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3AF37340-9A05-4A10-8E33-B9CE5C6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C0733BC4-1D3B-45D9-8128-4B407D1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C0454DE1-BBDA-41A2-A427-3C56ABB7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44DA884E-3E69-4CFF-8A14-6FD68CC5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C4B59202-4BAF-4BB4-8CC8-BD282E55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273AFC9E-E33F-4F41-8608-40C8EBBD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04773BFE-EFE7-47A0-B1CB-934E638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9FF7D65E-5347-4C50-B38E-B8C4682B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D257D203-9035-4EE5-8AFD-BE56C42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8A44DC12-7040-48A6-8003-69DAF983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39A0C617-70F5-4737-9AE7-0B3B271B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6B67F7B8-9A1F-425F-85F2-E87C2D36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AFCC4652-1D2E-4F26-8CD8-B7C4805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1DAC94A-DC2E-4181-8356-E37A615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6A9299BB-098D-478E-AF33-E4456A8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002DE046-A278-490D-8216-BA9DE9B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FB14133-1859-4D1C-B959-A0D4900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2EAE846E-6F2E-4D34-9DC7-E73396A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F55E023B-4A4B-445E-B5E6-ABEED6F0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8DBED70-51D4-443E-AAE1-B604259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4B2CB712-CFAB-4444-9E47-727837A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453578A5-4909-48B3-B595-004AC25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D1CB9E19-E2C4-4E63-9AA1-D6AA0F99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932D7B8D-5FB7-42D6-A783-5133A93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E6198B4E-DF77-426E-9322-3D32097F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5C3A3C28-B7B5-4D75-B110-2D9F3A4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06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5D1169BF-9B8E-4375-AEE2-8300613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目标：把两个 △ 黑块连为一块。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8AD3556F-89AA-4BE0-AD04-A1213796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你选哪一点？为什么？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89B4327E-384A-4D85-BC4C-E28FA06B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本题只要求这一手完成连接。</a:t>
            </a:r>
          </a:p>
        </p:txBody>
      </p:sp>
    </p:spTree>
    <p:extLst>
      <p:ext uri="{BB962C8B-B14F-4D97-AF65-F5344CB8AC3E}">
        <p14:creationId xmlns:p14="http://schemas.microsoft.com/office/powerpoint/2010/main" val="895752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A072FD00-B590-4748-8BD4-E5A61E2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513BD9-D702-4759-8900-93DBD471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接上以后，作为整块看气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7836DD1-4E35-4ADA-B0F5-919E60F4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17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D9DD36FD-EC7A-42E5-93F3-5FE350F3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E4EE32A0-91E7-4522-BE3A-4D7F86B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已核查变化：黑C3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8FD75C81-64B0-4961-AC13-6D8341EE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9A6972E-3CA5-41E7-B8A4-B474D0B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F8C1A1B7-7602-4590-8458-C40598A2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D6DD7536-121C-4ED6-AABE-3A42543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DD4724C3-7BC7-4726-B5CD-7432F73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93F33FE8-C377-4DFD-A101-6C1C3CF9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CBB9DE7C-1960-462D-82D5-0E50CEEF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DEBBDACC-75A1-4EE2-950B-5077AC2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DC6121C0-BB3A-4BC1-BCA5-D07C77A2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7E108CB3-5731-4B77-9A96-7C21E93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427E121-8EFE-4F9D-9A31-E3F0355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D86B6E26-C485-47F8-8D32-6675553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884EB9F2-A695-47C0-BC01-6C3EA01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D019D5C-3C70-42F6-8855-1C6335E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3FA20DE-ACD9-4520-B210-491718A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1AD311B-9BD9-4926-B3F6-98861AE9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3B3D6C50-385C-4636-A175-EEFD976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A7F5EDB1-7E5A-4CC5-A5E1-BC59C40C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B213D419-1C42-405E-98FA-78638B8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7360033-D5A5-4D86-92B0-17C525F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D2F7575D-8D4C-4E86-BE0F-93F99CA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69AEE9AD-614B-43F3-9C26-3484723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6AE94457-2B39-49E5-8E41-B9C76A1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820C5F88-60BC-4F57-8A6F-085AABD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1BD82B05-C75E-4A07-AC2B-8F928CF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move-number">
            <a:extLst xmlns:a="http://schemas.openxmlformats.org/drawingml/2006/main">
              <a:ext uri="{FF2B5EF4-FFF2-40B4-BE49-F238E27FC236}">
                <a16:creationId xmlns:a16="http://schemas.microsoft.com/office/drawing/2014/main" id="{082B3868-FDC6-4A21-99C9-238CAFC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204" y="3518916"/>
            <a:ext cx="357092" cy="380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1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01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BD4DF77F-7A51-445F-957E-105738BB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C3 同时接上 B3、D3。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7F209E95-C0E3-4B75-B93A-F68DED7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这三颗现在属于同一个连通块。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A34BE0F9-C880-4760-9B7B-EB85064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整块一起数气；无气时一起提走。</a:t>
            </a:r>
          </a:p>
        </p:txBody>
      </p:sp>
    </p:spTree>
    <p:extLst>
      <p:ext uri="{BB962C8B-B14F-4D97-AF65-F5344CB8AC3E}">
        <p14:creationId xmlns:p14="http://schemas.microsoft.com/office/powerpoint/2010/main" val="81763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opic">
            <a:extLst xmlns:a="http://schemas.openxmlformats.org/drawingml/2006/main">
              <a:ext uri="{FF2B5EF4-FFF2-40B4-BE49-F238E27FC236}">
                <a16:creationId xmlns:a16="http://schemas.microsoft.com/office/drawing/2014/main" id="{89706335-8A59-41A4-A533-852D41B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BC2949-489C-481E-BEF0-7E36459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接上，还是被占住连接点？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8BEDD37-332E-4946-859D-004361E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18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3F5EF441-3561-4711-98D7-08874E7B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75F94531-1CE0-44AF-A001-F46FA76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黑C3：完成即时目标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561CE633-DE53-40BE-B26D-B71971A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EDEE4553-88E0-4CC8-85DC-D7110A98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38669C32-5FA0-4A9B-84D6-91D5A1F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87AF7608-2229-478C-9C03-908B5E91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A655EB90-90BA-4778-B69C-E54CA91A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96E840D7-2BD3-4A3C-8AB4-FEAAD705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9531155D-3AD4-473E-8E8D-E06E5943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12355559-832C-432F-A004-F03B84E5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6449D714-89F5-41F1-8CE3-191F0120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69238990-C7DF-4744-8525-A321707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F5E4929B-95BE-4D33-8E59-E251CA8D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CBC41A31-362A-462D-B03C-74A4F72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B8404787-ACE3-4D49-A5F4-C657A5BF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F4A0E651-885F-4DE0-8505-E68916B6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9D0EB7A-8DD7-4918-A4E7-2BAC2358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83DB5D87-892E-40E9-A303-BB20C3CC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29ACFA38-71DD-45E3-B62D-28207425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F3888E3D-C834-40B8-B291-4C9CE10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7E6647C8-DF65-497B-AB09-D0F9F5C2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403EBDB2-B021-46A7-9E8B-17CDD237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F23A45FB-6967-4108-B0F0-FF705F9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7045201D-44D0-4212-A587-5C221F81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96C7DFD4-B58C-44F0-AB83-72638F7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97FEFEF1-C847-4E48-BE8D-B02C9CDA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254E24B7-C471-4FDB-90BA-7503A14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move-number">
            <a:extLst xmlns:a="http://schemas.openxmlformats.org/drawingml/2006/main">
              <a:ext uri="{FF2B5EF4-FFF2-40B4-BE49-F238E27FC236}">
                <a16:creationId xmlns:a16="http://schemas.microsoft.com/office/drawing/2014/main" id="{AD07FB1E-8C35-421A-ADAD-D05CDB5D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6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3DBC623E-2925-4C90-A32A-6DFC7664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黑C2，白C3：当前没有接上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BD2AB073-12E3-480F-BC25-2297CEBA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BFEC0EE1-0D25-4335-B8E4-16C87DF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D713E6CD-6E06-430F-BA71-090603E5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93E64E57-3803-469C-9A72-F31BE425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8E46B3AC-5879-4849-92C0-7A372F1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E7536579-1284-41BA-A6FE-88A9ED3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EE723660-B89F-41FA-9F0B-8CC8120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67D43EA5-236A-4CC9-AD0F-9291A7B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15B54999-13BF-4981-897C-53620F7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C7EA750F-7745-4584-825B-8DCC6081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ED0B3242-B0EE-4962-831C-BB9CD597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46BE8FB3-FA76-4C58-9990-E04F28B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BE850F9D-A6B2-4BBA-8E4E-3C49BF9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DDCAA380-969F-4468-93E5-AA9A04F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59D38FEF-11A0-4A1F-A476-134B938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4FDFE9A8-2745-4966-889E-AE065480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9D7E572F-887F-4D4F-B5D6-C13CA6F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08CB5E01-8AD8-4384-B749-B74B99FA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048FB7D8-2EB0-47D1-A5D1-F58B671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29E376C5-5F1A-40FE-A848-8139ECD1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71FF8BCB-D91A-4525-A78E-6AD952F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W-r1c2">
            <a:extLst xmlns:a="http://schemas.openxmlformats.org/drawingml/2006/main">
              <a:ext uri="{FF2B5EF4-FFF2-40B4-BE49-F238E27FC236}">
                <a16:creationId xmlns:a16="http://schemas.microsoft.com/office/drawing/2014/main" id="{46BA515E-DC2F-47D2-9C9B-AECFCFA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8B2F814C-1DCD-40D6-8C7F-5C08FBD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96558728-9474-4A36-A076-4DA719C0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7EE34473-499F-416F-A3C4-7AC83B28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41CECFB8-E6CA-4891-83BB-C104BB0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9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6CF3DE8A-7C66-4909-95C8-663EDA4C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1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0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1AF01060-D3F9-45BF-BD4F-4DB9732C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左：黑 C3，把两目标接成一块。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右：黑 C2 后，白 C3 占住连接点。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分开看两块；仍要继续寻找回应。</a:t>
            </a:r>
          </a:p>
        </p:txBody>
      </p:sp>
    </p:spTree>
    <p:extLst>
      <p:ext uri="{BB962C8B-B14F-4D97-AF65-F5344CB8AC3E}">
        <p14:creationId xmlns:p14="http://schemas.microsoft.com/office/powerpoint/2010/main" val="1382566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E7BF2845-1DF4-40EC-934F-5D20F72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08D7B0-058B-4691-81DA-154F8E7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斜邻的两子，怎样接上？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835F677-6D0C-45CD-9009-72148A10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19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986D8AC1-C463-4277-9FAB-EDA84E5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F7B5508C-8B19-4C55-8185-350E267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目标B4与C3；完整5×5练习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E1E3C742-A42B-460F-A087-12E8FA4D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189EEBD0-867A-4197-91B3-8FD7FAD6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1089D0BF-4365-492B-9039-F0A05AB6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0377EEB-F6C8-4A07-8E2C-FA499C49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B2E4C397-9C05-43C5-A28D-F07FBEF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D3DF086F-3945-47E5-9450-2B98AA7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2B77CE9E-D1E3-4827-97F7-9550B3ED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665B0176-22B1-46BF-9A73-5D80CCD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2DDED99E-8703-4322-BE94-34F3AB4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17255ED1-95F4-45A1-9B9F-5F7C810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88FC8874-DF46-4C0C-8E1B-139037F2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CA87D96-B023-4A66-87DD-2AD05BD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0BF6E1BE-CF69-4EDA-8334-7A09788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6A98B178-5893-4EB9-96DE-D2A4389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E6FB073-9187-4651-9C79-31B9ED9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57F18C12-1237-403A-B407-FC5879D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C3C25AFB-9ADD-451C-839C-F5AC9FE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A78FA7FD-63AE-445C-ACBC-0E239B7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688BF688-1CB9-4E44-813B-6F7CD44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716B6D28-E285-40E9-8EFF-FC6DAC1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466F8047-E316-4456-AF63-2B7BDAF0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992D4695-9BED-4D8A-8AF0-CE0EED76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39C1BC85-5624-4688-A97E-F6A0FA31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8C2FC65F-25F2-4308-9DFE-879B5C25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3D1894F0-1C3E-44D7-BC65-74A067F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2EBBA39A-B956-4007-A3C4-5D0AEF6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86660141-F6EA-42EC-BF72-A57560B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黑先，本手把两目标连接为一块。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03B986C6-31CC-4D1F-9D74-E4F70163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先各自提出接法，再比较。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4F6BB56B-8BF4-4FCD-B837-0EAF65BB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不同接法也可能完成目标。</a:t>
            </a:r>
          </a:p>
        </p:txBody>
      </p:sp>
    </p:spTree>
    <p:extLst>
      <p:ext uri="{BB962C8B-B14F-4D97-AF65-F5344CB8AC3E}">
        <p14:creationId xmlns:p14="http://schemas.microsoft.com/office/powerpoint/2010/main" val="1976175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21E59CA6-5E00-4E40-B9FC-A9B3C8D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124207-9F9B-4890-BF75-5075E848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落子前，先听伙伴的回应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C9F0030-1B30-4CCA-B3B4-BD60339B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20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88BD038-F7E5-442B-AEF5-BDF79BBD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AACCCEB9-AA16-4921-B574-3D4BD21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完整9×9；可转5×5复摆例题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EC997B83-FA45-4C16-A100-8BF7186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FD4E82C-3917-4AC7-BC49-7F259C2F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6625474C-8ADB-49D5-8648-BA5F70E3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CAD56A6-69A6-4A4F-A11C-9B357481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83476CB7-D1AE-4A2D-A10A-1B3A26BC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59371BC2-9747-4152-BA9A-88C8970B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246F76EF-E5A4-46E5-8057-11804EB3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77ADB5FF-39BC-41F5-83F8-15142B87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3AB28759-2256-4A3A-AC9F-8691F02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87CE7162-F6C6-4D6F-A799-18E1D8B8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B32F4523-01E2-40CB-9B35-82840A00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000CC3B9-358D-4D76-A06E-BA4CFE0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74C57DE0-642A-44E1-9037-100E9A9A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26279082-B700-4611-890A-1C085CD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E56C9D70-1B9D-47E3-98FD-D86C69B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C9416190-F0BF-496D-BFE2-6CA4E0D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36FA7B64-277D-46CC-AF69-D1B24C7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BDDE138-14A8-4CBC-97F1-49611D69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85057C8E-26EC-4685-B5D2-CA81103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725AD66-EBA9-4E09-B9B3-5683394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17FE5AEB-F30D-4D40-8B52-DB55740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542EA450-6652-48E6-A061-DDCCF5E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CBF4A057-6784-4713-A4BB-B54E33A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6E99A7A3-2E13-4499-ADDB-1F92A70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FE3ACF58-B737-47B5-AEEE-F64BECBC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125B0FDE-F79E-4785-A064-4FC329C8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7880069B-7BE1-48B3-96D1-3195C37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3CFAB166-36B8-49C1-9970-784F728E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FFB31B4E-15B0-4FC3-BC9D-B897CA7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ACA58BC1-CBBC-43C9-B3A6-C98F98C9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7EC71438-FC83-4CDF-9E24-AAA2584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6291477C-E96B-45DA-AF97-1654546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72B80873-7ED0-4844-919B-BE59C13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4D0AC912-E685-405B-B24E-5A2E4042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CCB9A117-3E95-40FB-A84D-EE24CC2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75047B25-8B2D-4187-B4A0-A24299E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DB899A78-9A1B-4AB2-AEEA-9DEFFEA2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E8D2EA0C-FC18-4DD7-BD6F-ADCE0A6F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在9×9里指出你想连接的两块。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75537F01-BCD8-46F5-86CA-02C957AA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伙伴提出一个可能的阻断点。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324ECC98-EBE8-4E29-A1B3-3417B78D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实际试下，再交换角色。</a:t>
            </a:r>
          </a:p>
        </p:txBody>
      </p:sp>
    </p:spTree>
    <p:extLst>
      <p:ext uri="{BB962C8B-B14F-4D97-AF65-F5344CB8AC3E}">
        <p14:creationId xmlns:p14="http://schemas.microsoft.com/office/powerpoint/2010/main" val="237003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2026-10-05T09:57:40.1950000Z</dcterms:created>
  <dcterms:modified xsi:type="dcterms:W3CDTF">2026-10-05T09:57:40.1950000Z</dcterms:modified>
</coreProperties>
</file>