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f5abe9b9b14cd5" /><Relationship Type="http://schemas.openxmlformats.org/officeDocument/2006/relationships/extended-properties" Target="/docProps/app.xml" Id="R3e925db7c6894534" /><Relationship Type="http://schemas.openxmlformats.org/officeDocument/2006/relationships/officeDocument" Target="/ppt/presentation.xml" Id="R13753af8825d4e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5357d7a83d44ed"/>
  </p:sldMasterIdLst>
  <p:notesMasterIdLst>
    <p:notesMasterId xmlns:r="http://schemas.openxmlformats.org/officeDocument/2006/relationships" r:id="Rd3172386bf734b29"/>
  </p:notesMasterIdLst>
  <p:sldIdLst>
    <p:sldId xmlns:r="http://schemas.openxmlformats.org/officeDocument/2006/relationships" id="256" r:id="R57aa709d6b9047e6"/>
    <p:sldId xmlns:r="http://schemas.openxmlformats.org/officeDocument/2006/relationships" id="257" r:id="R32ca674fb3ee4b7f"/>
    <p:sldId xmlns:r="http://schemas.openxmlformats.org/officeDocument/2006/relationships" id="258" r:id="Rc2dca7fc64264355"/>
    <p:sldId xmlns:r="http://schemas.openxmlformats.org/officeDocument/2006/relationships" id="259" r:id="R48cb4aac543343ec"/>
    <p:sldId xmlns:r="http://schemas.openxmlformats.org/officeDocument/2006/relationships" id="260" r:id="R2d6bd81831394d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61934e7b5a45f0" /><Relationship Type="http://schemas.openxmlformats.org/officeDocument/2006/relationships/slideMaster" Target="/ppt/slideMasters/slideMaster1.xml" Id="R6c5357d7a83d44ed" /><Relationship Type="http://schemas.openxmlformats.org/officeDocument/2006/relationships/notesMaster" Target="/ppt/notesMasters/notesMaster1.xml" Id="Rd3172386bf734b29" /><Relationship Type="http://schemas.openxmlformats.org/officeDocument/2006/relationships/presProps" Target="/ppt/presProps.xml" Id="R8b39687297aa497c" /><Relationship Type="http://schemas.openxmlformats.org/officeDocument/2006/relationships/tableStyles" Target="/ppt/tableStyles.xml" Id="R9a1b7ba20a4e40f4" /><Relationship Type="http://schemas.openxmlformats.org/officeDocument/2006/relationships/slide" Target="/ppt/slides/slide1.xml" Id="R57aa709d6b9047e6" /><Relationship Type="http://schemas.openxmlformats.org/officeDocument/2006/relationships/slide" Target="/ppt/slides/slide2.xml" Id="R32ca674fb3ee4b7f" /><Relationship Type="http://schemas.openxmlformats.org/officeDocument/2006/relationships/slide" Target="/ppt/slides/slide3.xml" Id="Rc2dca7fc64264355" /><Relationship Type="http://schemas.openxmlformats.org/officeDocument/2006/relationships/slide" Target="/ppt/slides/slide4.xml" Id="R48cb4aac543343ec" /><Relationship Type="http://schemas.openxmlformats.org/officeDocument/2006/relationships/slide" Target="/ppt/slides/slide5.xml" Id="R2d6bd81831394d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265bb3f9fa48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4ff3403f504d2b" /><Relationship Type="http://schemas.openxmlformats.org/officeDocument/2006/relationships/notesMaster" Target="/ppt/notesMasters/notesMaster1.xml" Id="R64b9a1b9487747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9d675a10194cdd" /><Relationship Type="http://schemas.openxmlformats.org/officeDocument/2006/relationships/notesMaster" Target="/ppt/notesMasters/notesMaster1.xml" Id="R0c69f6f3f5b74d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4c315d19a34fc6" /><Relationship Type="http://schemas.openxmlformats.org/officeDocument/2006/relationships/notesMaster" Target="/ppt/notesMasters/notesMaster1.xml" Id="R10938340fd0848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f879e93a21430f" /><Relationship Type="http://schemas.openxmlformats.org/officeDocument/2006/relationships/notesMaster" Target="/ppt/notesMasters/notesMaster1.xml" Id="R67d3eff77bb441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d53d241b92468e" /><Relationship Type="http://schemas.openxmlformats.org/officeDocument/2006/relationships/notesMaster" Target="/ppt/notesMasters/notesMaster1.xml" Id="Raf1c7fcc012e4e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提子和打吃，引入问题</a:t>
            </a:r>
          </a:p>
          <a:p xmlns:a="http://schemas.openxmlformats.org/drawingml/2006/main">
            <a:r>
              <a:t>预计本页50秒，其中互动或停顿约20秒。全套预计6分钟，未经真人排练测得；可按成员反应调整，练习可继续。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黑方轮次，目标是这一手提掉三角标出的C3白子。先不要随便猜一个靠近白子的点，先把它的气逐个找出来。请和伙伴说一个候选点和理由，然后再看演示。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提子 capture；打吃 atari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C3白棋只剩哪一气？黑该下在哪里？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唯一气D3；黑D3提白。可能选D4，只因它看起来也很近。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把白子上下左右逐点检查，三个位置已有黑子，只有D3为空。先接受理由，再进入演示。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下一页展示提子前后。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可跳过已掌握的讲解，直接参与练习或对弈。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CAP-001 r1；assets/frozen/content/puzzles/CAP-001.json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T22-ML-02-S01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提子和打吃，直观示例</a:t>
            </a:r>
          </a:p>
          <a:p xmlns:a="http://schemas.openxmlformats.org/drawingml/2006/main">
            <a:r>
              <a:t>预计本页80秒，其中互动或停顿约20秒。全套预计6分钟，未经真人排练测得；可按成员反应调整，练习可继续。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落子前，白子仍在盘上，而且有D3这一口气，所以叫打吃。黑在D3落子后，这口气消失，白子才被提走。提子按整个连通块进行，若目标块有多颗棋子，要一起移走。打吃并不表示对方已经没了。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打吃 atari；提子 capture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被打吃和已经被提走，有什么区别？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打吃还有1气、仍在盘上；提子是无气后移走。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请成员先预测移走几颗，再用演示后的完整棋盘核对。数字1表示这次落子，不是气环。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下一页看一手先提子、再获得气的情况。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可跳过已掌握的讲解，直接参与练习或对弈。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CAP-001 r1；assets/frozen/content/puzzles/CAP-001.json</a:t>
            </a:r>
          </a:p>
          <a:p xmlns:a="http://schemas.openxmlformats.org/drawingml/2006/main">
            <a:r>
              <a:t>CAP-001 r1，核查分支 l1-1；assets/frozen/content/puzzles/CAP-001.json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T22-ML-02-S02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提子和打吃，关键对比</a:t>
            </a:r>
          </a:p>
          <a:p xmlns:a="http://schemas.openxmlformats.org/drawingml/2006/main">
            <a:r>
              <a:t>预计本页80秒，其中互动或停顿约20秒。全套预计6分钟，未经真人排练测得；可按成员反应调整，练习可继续。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看左图的A5。只看暂放黑子的一瞬间，它旁边都是白子，好像没有气。但规则先提掉因此无气的相邻对方棋块，再检查自己的气。B5与A4两颗白子都被提走，黑A5得到这两个空点，所以此手合法。若提完对方后自己仍无气，才是禁止的自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自杀 suicide；提子 capture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为什么不能在提子前就判黑A5无气？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落子会先提掉两个白块，随后己方获得2气。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按顺序实际移子，再数黑A5的气。无效动作不改变棋盘、轮次或历史；此例也由同一引擎核查重复限制。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下一页独立找一次整块提子。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可跳过已掌握的讲解，直接参与练习或对弈。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RULE-DEMO-T20-LEGAL-BEFORE r1；assets/frozen/materials/rule-cards/data/RULE-DEMO-T20-LEGAL-BEFORE.json</a:t>
            </a:r>
          </a:p>
          <a:p xmlns:a="http://schemas.openxmlformats.org/drawingml/2006/main">
            <a:r>
              <a:t>RULE-DEMO-T20-LEGAL-AFTER r1；assets/frozen/materials/rule-cards/data/RULE-DEMO-T20-LEGAL-AFTER.json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T22-ML-02-S03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提子和打吃，成员尝试</a:t>
            </a:r>
          </a:p>
          <a:p xmlns:a="http://schemas.openxmlformats.org/drawingml/2006/main">
            <a:r>
              <a:t>预计本页100秒，其中互动或停顿约60秒。全套预计6分钟，未经真人排练测得；可按成员反应调整，练习可继续。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B5、C5两颗白子正交相连，是同一块。请先数整块的气，再决定黑落哪里，最后预测移走几颗。真实棋盘上边之外没有气。不要把两颗白子当成彼此独立的目标。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连通块 connected group / string；提子 capture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黑落哪里，能在本手提掉两颗目标白子？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D5；提2颗。D4没有填掉最后一气。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在成员尝试后揭示D5，整块同时提走。若下D4，白D5可以连接扩展，这是题库已覆盖回应。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转入首提即止的小游戏。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可跳过已掌握的讲解，直接参与练习或对弈。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CAP-002 r1；assets/frozen/content/puzzles/CAP-002.json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T22-ML-02-S04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提子和打吃，转入对弈</a:t>
            </a:r>
          </a:p>
          <a:p xmlns:a="http://schemas.openxmlformats.org/drawingml/2006/main">
            <a:r>
              <a:t>预计本页50秒，其中互动或停顿约10秒。全套预计6分钟，未经真人排练测得；可按成员反应调整，练习可继续。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【中文短讲稿】</a:t>
            </a:r>
          </a:p>
          <a:p xmlns:a="http://schemas.openxmlformats.org/drawingml/2006/main">
            <a:r>
              <a:t>先确认这轮是吃子小游戏。黑白轮流合法落子，谁第一次成功提子，马上结束这一轮，不继续算面积。若双方连续停手，本轮没有胜者，可以重开或换颜色。完整围棋的目标下一课再看，两种玩法都可自由选择。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【关键英文术语】</a:t>
            </a:r>
          </a:p>
          <a:p xmlns:a="http://schemas.openxmlformats.org/drawingml/2006/main">
            <a:r>
              <a:t>吃子小游戏 capture-first；停手 pass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【向成员提问】</a:t>
            </a:r>
          </a:p>
          <a:p xmlns:a="http://schemas.openxmlformats.org/drawingml/2006/main">
            <a:r>
              <a:t>第一次提子后，我们继续算面积吗？两次停手呢？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【预期回答或误解】</a:t>
            </a:r>
          </a:p>
          <a:p xmlns:a="http://schemas.openxmlformats.org/drawingml/2006/main">
            <a:r>
              <a:t>小游戏首提即胜；双停无胜者，不计算面积。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【怎样回应】</a:t>
            </a:r>
          </a:p>
          <a:p xmlns:a="http://schemas.openxmlformats.org/drawingml/2006/main">
            <a:r>
              <a:t>先让两人复述本轮结束方式。落子合法性仍包含自杀与位置超级劫，不因小游戏而取消。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【转入下一步】</a:t>
            </a:r>
          </a:p>
          <a:p xmlns:a="http://schemas.openxmlformats.org/drawingml/2006/main">
            <a:r>
              <a:t>开始双人小游戏；不设个人倒计时或公开成绩榜。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【熟练成员扩展】</a:t>
            </a:r>
          </a:p>
          <a:p xmlns:a="http://schemas.openxmlformats.org/drawingml/2006/main">
            <a:r>
              <a:t>可跳过已掌握的讲解，直接参与练习或对弈。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【边界与来源】</a:t>
            </a:r>
          </a:p>
          <a:p xmlns:a="http://schemas.openxmlformats.org/drawingml/2006/main">
            <a:r>
              <a:t>所有棋盘为标明尺寸的完整棋盘，无裁切边界。摆棋题从新教学起点建立历史，未知过去劫史不伪造；演示变化使用冻结分支或T20核查局面。核心规则以GO-CLUB-AREA-1为准。</a:t>
            </a:r>
          </a:p>
          <a:p xmlns:a="http://schemas.openxmlformats.org/drawingml/2006/main">
            <a:r>
              <a:t>T22-EMPTY-5 r1；local-original-empty</a:t>
            </a:r>
          </a:p>
          <a:p xmlns:a="http://schemas.openxmlformats.org/drawingml/2006/main">
            <a:r>
              <a:t>一般概念核对：British Go Association https://www.britgo.org/intro/intro2.html；初学教学方法 https://britgo.org/organisers/handbook/club4；规则差异核查 https://www.britgo.org/rules/bgainterpretation.html（访问2026-10-05）。协会不同计分、停手、重复约定未混入。T09/T20坐标图、题目与答案属项目原有原创资源；T22课堂表达与原生图形实现为本材料增量。未冒称人类教师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【文档身份】</a:t>
            </a:r>
          </a:p>
          <a:p xmlns:a="http://schemas.openxmlformats.org/drawingml/2006/main">
            <a:r>
              <a:t>schemaVersion: 1</a:t>
            </a:r>
          </a:p>
          <a:p xmlns:a="http://schemas.openxmlformats.org/drawingml/2006/main">
            <a:r>
              <a:t>id: T22-ML-02-S05</a:t>
            </a:r>
          </a:p>
          <a:p xmlns:a="http://schemas.openxmlformats.org/drawingml/2006/main">
            <a:r>
              <a:t>revision: 1</a:t>
            </a:r>
          </a:p>
          <a:p xmlns:a="http://schemas.openxmlformats.org/drawingml/2006/main">
            <a:r>
              <a:t>rulesetId: GO-CLUB-AREA-1</a:t>
            </a:r>
          </a:p>
          <a:p xmlns:a="http://schemas.openxmlformats.org/drawingml/2006/main">
            <a:r>
              <a:t>baseVersion: 0.15.1</a:t>
            </a:r>
          </a:p>
          <a:p xmlns:a="http://schemas.openxmlformats.org/drawingml/2006/main">
            <a:r>
              <a:t>resultVersion: 0.15.1-t22.1</a:t>
            </a:r>
          </a:p>
          <a:p xmlns:a="http://schemas.openxmlformats.org/drawingml/2006/main">
            <a:r>
              <a:t>freezeId: GO-CLUB-FREEZE-B-20260919-01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3269ba3d5c400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ddd5f18f37460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d344cfa7934e2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87281e35944d5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0328f96598414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76022b54dd42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447AE75-BF91-41E0-8634-F94A0158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570262E-24FD-49CB-A745-A3C8D19AD9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59727BB-D12F-4CDE-A433-68DA66D62A9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784C80E-CA6D-42EC-B5C6-2360832A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9297A86-FE5E-44EF-96A6-FC2C7FA83E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85A49F1-A163-4644-A3ED-DFC55035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AC4B2D6-2C80-4D06-9855-1800D81003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5AED95F7-328B-4C65-B523-E48F5345C2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03FF395-B369-4FB7-8CD2-C81E4D29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FEDD19B-2444-462D-876F-8702D49A42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099B202-AEEB-4836-BD54-26FF91B248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34FB6E5-DD55-4EAD-BA95-6159788B6CA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5F442F8-F536-4A9E-A45C-9AD88D7D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FE0D60A-5214-4D6D-BE4F-DB3FC58692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F06461B-0D6F-4486-988E-52A59BB544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5674eafe9f4743" /><Relationship Type="http://schemas.openxmlformats.org/officeDocument/2006/relationships/slideLayout" Target="/ppt/slideLayouts/slideLayout1.xml" Id="Re9e45c81fec84b44" /><Relationship Type="http://schemas.openxmlformats.org/officeDocument/2006/relationships/slideLayout" Target="/ppt/slideLayouts/slideLayout2.xml" Id="R37221f4a9d744384" /><Relationship Type="http://schemas.openxmlformats.org/officeDocument/2006/relationships/slideLayout" Target="/ppt/slideLayouts/slideLayout3.xml" Id="Rce4346d1afaf44f2" /><Relationship Type="http://schemas.openxmlformats.org/officeDocument/2006/relationships/slideLayout" Target="/ppt/slideLayouts/slideLayout4.xml" Id="R724b0f1512c5457f" /><Relationship Type="http://schemas.openxmlformats.org/officeDocument/2006/relationships/slideLayout" Target="/ppt/slideLayouts/slideLayout5.xml" Id="R8365653084af4fca" /><Relationship Type="http://schemas.openxmlformats.org/officeDocument/2006/relationships/slideLayout" Target="/ppt/slideLayouts/slideLayout6.xml" Id="Recda6d34a2fc47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e45c81fec84b44"/>
    <p:sldLayoutId xmlns:r="http://schemas.openxmlformats.org/officeDocument/2006/relationships" id="2147483650" r:id="R37221f4a9d744384"/>
    <p:sldLayoutId xmlns:r="http://schemas.openxmlformats.org/officeDocument/2006/relationships" id="2147483651" r:id="Rce4346d1afaf44f2"/>
    <p:sldLayoutId xmlns:r="http://schemas.openxmlformats.org/officeDocument/2006/relationships" id="2147483652" r:id="R724b0f1512c5457f"/>
    <p:sldLayoutId xmlns:r="http://schemas.openxmlformats.org/officeDocument/2006/relationships" id="2147483653" r:id="R8365653084af4fca"/>
    <p:sldLayoutId xmlns:r="http://schemas.openxmlformats.org/officeDocument/2006/relationships" id="2147483654" r:id="Recda6d34a2fc47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51b18fe2d74cc8" /><Relationship Type="http://schemas.openxmlformats.org/officeDocument/2006/relationships/notesSlide" Target="/ppt/notesSlides/notesSlide1.xml" Id="Re9390fd011c742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7a5af22b40490b" /><Relationship Type="http://schemas.openxmlformats.org/officeDocument/2006/relationships/notesSlide" Target="/ppt/notesSlides/notesSlide2.xml" Id="Rad6c2a3c087f46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3c94143775441b" /><Relationship Type="http://schemas.openxmlformats.org/officeDocument/2006/relationships/notesSlide" Target="/ppt/notesSlides/notesSlide3.xml" Id="R9e456e284a7c46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9747c117224ba1" /><Relationship Type="http://schemas.openxmlformats.org/officeDocument/2006/relationships/notesSlide" Target="/ppt/notesSlides/notesSlide4.xml" Id="R17b96273e3e248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da40f57c3f4f5b" /><Relationship Type="http://schemas.openxmlformats.org/officeDocument/2006/relationships/notesSlide" Target="/ppt/notesSlides/notesSlide5.xml" Id="R6d86a4185ad340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opic">
            <a:extLst xmlns:a="http://schemas.openxmlformats.org/drawingml/2006/main">
              <a:ext uri="{FF2B5EF4-FFF2-40B4-BE49-F238E27FC236}">
                <a16:creationId xmlns:a16="http://schemas.microsoft.com/office/drawing/2014/main" id="{32C9B645-738F-47AD-84F4-86538CF0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02  提子和打吃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1326E44-3BFF-409E-9410-01F3B534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黑先，这一手能提白吗？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8D186734-11EF-4D23-B0DB-2FC568E3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06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039BBE18-D7D4-49F5-9996-C7873BB1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引入问题</a:t>
            </a:r>
          </a:p>
        </p:txBody>
      </p:sp>
      <p:sp>
        <p:nvSpPr>
          <p:cNvPr id="5" name="board-caption">
            <a:extLst xmlns:a="http://schemas.openxmlformats.org/drawingml/2006/main">
              <a:ext uri="{FF2B5EF4-FFF2-40B4-BE49-F238E27FC236}">
                <a16:creationId xmlns:a16="http://schemas.microsoft.com/office/drawing/2014/main" id="{4B925ECD-03D7-465C-BC99-E6BD3DE9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黑先；完整5×5小棋盘练习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A2130BF6-2219-4AF1-9301-3C8908AD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9072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17DC2349-D6FD-4718-9917-0264E48C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93E49894-E035-4360-B036-3B5B2A19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46747A31-F845-46BA-BB85-46304095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1603373A-C264-49F6-B8CC-9E69D83F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002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65D86113-421A-4C98-AC4A-AD2B7132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928938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9CF883B7-F227-4CDF-A3CA-AA085ECD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463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0290DEAA-FE8C-4D29-AECB-96291337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3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F8838764-D38D-4280-B4ED-6C745A9FD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76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A6847458-A1D7-45EB-B7EE-DB3D27C9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705225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98FC435D-38B3-4AF5-9BB6-82D78188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3541F37F-096E-4422-83FF-527ACFB9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C22F153F-732D-4545-B860-BFF9C026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528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C7C1AC93-485A-4C03-A1F9-C4AA7A4A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481513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88FF7DB9-237E-4E3A-9584-33F532FC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038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8D4F9C29-4C82-4F2A-BB39-13ECA298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3E41C654-92A9-4D3E-856A-BC7614A0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291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015A9525-DC72-4CE5-914C-739C9ECC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25780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149B4614-0FB0-4812-A80A-EFC52E7C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48DD953E-4272-4FFF-8FF7-41B12962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C4ED8157-3C46-491F-B8F1-57DA0937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054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27" name="board0-stone-B-r1c2">
            <a:extLst xmlns:a="http://schemas.openxmlformats.org/drawingml/2006/main">
              <a:ext uri="{FF2B5EF4-FFF2-40B4-BE49-F238E27FC236}">
                <a16:creationId xmlns:a16="http://schemas.microsoft.com/office/drawing/2014/main" id="{19F6BF0A-9CBC-4845-9EFB-7564F8C1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8" name="board0-stone-B-r2c1">
            <a:extLst xmlns:a="http://schemas.openxmlformats.org/drawingml/2006/main">
              <a:ext uri="{FF2B5EF4-FFF2-40B4-BE49-F238E27FC236}">
                <a16:creationId xmlns:a16="http://schemas.microsoft.com/office/drawing/2014/main" id="{F1DDB66D-61A0-4322-B8D8-AF44579C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710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9" name="board0-stone-B-r3c2">
            <a:extLst xmlns:a="http://schemas.openxmlformats.org/drawingml/2006/main">
              <a:ext uri="{FF2B5EF4-FFF2-40B4-BE49-F238E27FC236}">
                <a16:creationId xmlns:a16="http://schemas.microsoft.com/office/drawing/2014/main" id="{FB8E76C3-6127-4AFE-8747-FAB3DFEC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4178760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0" name="board0-stone-W-r2c2">
            <a:extLst xmlns:a="http://schemas.openxmlformats.org/drawingml/2006/main">
              <a:ext uri="{FF2B5EF4-FFF2-40B4-BE49-F238E27FC236}">
                <a16:creationId xmlns:a16="http://schemas.microsoft.com/office/drawing/2014/main" id="{879D6B06-D7D7-4138-80CF-5C9BB0EC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3402473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1" name="board0-target-r2c2">
            <a:extLst xmlns:a="http://schemas.openxmlformats.org/drawingml/2006/main">
              <a:ext uri="{FF2B5EF4-FFF2-40B4-BE49-F238E27FC236}">
                <a16:creationId xmlns:a16="http://schemas.microsoft.com/office/drawing/2014/main" id="{AFC3FB2D-1CFE-4DAB-866D-836017E5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018" y="3565493"/>
            <a:ext cx="279464" cy="279464"/>
          </a:xfrm>
          <a:custGeom xmlns:a="http://schemas.openxmlformats.org/drawingml/2006/main">
            <a:pathLst>
              <a:path w="279464" h="279464">
                <a:moveTo>
                  <a:pt x="139732" y="0"/>
                </a:moveTo>
                <a:lnTo>
                  <a:pt x="279464" y="279464"/>
                </a:lnTo>
                <a:lnTo>
                  <a:pt x="0" y="2794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111111"/>
            </a:solidFill>
          </a:ln>
        </p:spPr>
      </p:sp>
      <p:sp>
        <p:nvSpPr>
          <p:cNvPr id="32" name="body-0">
            <a:extLst xmlns:a="http://schemas.openxmlformats.org/drawingml/2006/main">
              <a:ext uri="{FF2B5EF4-FFF2-40B4-BE49-F238E27FC236}">
                <a16:creationId xmlns:a16="http://schemas.microsoft.com/office/drawing/2014/main" id="{43C10BAB-AA60-4320-9D0E-E0D5C66D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574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目标：本手提掉 △ 白子。</a:t>
            </a:r>
          </a:p>
        </p:txBody>
      </p:sp>
      <p:sp>
        <p:nvSpPr>
          <p:cNvPr id="33" name="body-1">
            <a:extLst xmlns:a="http://schemas.openxmlformats.org/drawingml/2006/main">
              <a:ext uri="{FF2B5EF4-FFF2-40B4-BE49-F238E27FC236}">
                <a16:creationId xmlns:a16="http://schemas.microsoft.com/office/drawing/2014/main" id="{14B56FFF-F7C0-49B8-A08A-14184BCB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432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先找白棋整块的全部气。</a:t>
            </a:r>
          </a:p>
        </p:txBody>
      </p:sp>
      <p:sp>
        <p:nvSpPr>
          <p:cNvPr id="34" name="body-2">
            <a:extLst xmlns:a="http://schemas.openxmlformats.org/drawingml/2006/main">
              <a:ext uri="{FF2B5EF4-FFF2-40B4-BE49-F238E27FC236}">
                <a16:creationId xmlns:a16="http://schemas.microsoft.com/office/drawing/2014/main" id="{6C8A4B08-8E6B-4B03-B9D1-9BDC3480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先指出落点，再说理由。</a:t>
            </a:r>
          </a:p>
        </p:txBody>
      </p:sp>
    </p:spTree>
    <p:extLst>
      <p:ext uri="{BB962C8B-B14F-4D97-AF65-F5344CB8AC3E}">
        <p14:creationId xmlns:p14="http://schemas.microsoft.com/office/powerpoint/2010/main" val="20496877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topic">
            <a:extLst xmlns:a="http://schemas.openxmlformats.org/drawingml/2006/main">
              <a:ext uri="{FF2B5EF4-FFF2-40B4-BE49-F238E27FC236}">
                <a16:creationId xmlns:a16="http://schemas.microsoft.com/office/drawing/2014/main" id="{41166399-7C59-4073-AFB4-44204A1B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02  提子和打吃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2F6B7FA-5344-40BE-B825-17A6FF7B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一气叫打吃，无气就提走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D405F60F-4403-4835-8D1F-1E468DF9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07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B91F4877-56E6-4777-A546-1A428E6D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直观示例</a:t>
            </a:r>
          </a:p>
        </p:txBody>
      </p:sp>
      <p:sp>
        <p:nvSpPr>
          <p:cNvPr id="5" name="caption0">
            <a:extLst xmlns:a="http://schemas.openxmlformats.org/drawingml/2006/main">
              <a:ext uri="{FF2B5EF4-FFF2-40B4-BE49-F238E27FC236}">
                <a16:creationId xmlns:a16="http://schemas.microsoft.com/office/drawing/2014/main" id="{68C26AEC-5D4D-4B25-B1CD-484086B7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333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落子前：白棋在打吃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27B1A918-31F4-46A9-A3F3-E110C538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1743075"/>
            <a:ext cx="27051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1B9A73C9-7BFC-4DED-8845-BB3AE7EC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9050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7255A1E9-50F1-4E21-BC67-0D2271E6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27BC813E-7588-48DE-9AE7-849CC90A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32FE7C82-6C7A-4537-A591-15A00B4D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7526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76E3A802-2BC5-4C7B-BA0F-D0788C2F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500313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6FF9633D-E724-4B4E-8C04-A0F57C8C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213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E3E913AA-C943-4A97-A6F4-9269C8CC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0E86ED26-1C0F-46BB-8F9D-A06F7779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479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7FBFD69E-1CD3-479E-969A-F142A85C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956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D3074A61-8294-48BB-A41A-BA4759BE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6B7DFA0E-8E7F-45B6-BA54-3CCD3733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4358FEB8-B1D3-43BF-961F-0BBD96E4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432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A1685BEF-AD91-4F27-BAE3-102DBEDA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90938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07749974-42B8-4EC0-A4D3-6CB4161A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3838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6C33CD5A-273B-44B1-8127-21741D6B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388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0FFD531A-A190-4989-81C4-9783FB01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538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C82EBBB2-38E6-4494-8E02-3922E645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862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A2F35E61-26A0-4473-8D3A-072D6F5F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CDBBD57D-1169-4166-B1D6-276C1FD7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93931185-4471-4E02-ACD7-FE58AC0C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1338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27" name="board0-stone-B-r1c2">
            <a:extLst xmlns:a="http://schemas.openxmlformats.org/drawingml/2006/main">
              <a:ext uri="{FF2B5EF4-FFF2-40B4-BE49-F238E27FC236}">
                <a16:creationId xmlns:a16="http://schemas.microsoft.com/office/drawing/2014/main" id="{A8A9BAC0-126B-49B5-82E8-453FE7BD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353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8" name="board0-stone-B-r2c1">
            <a:extLst xmlns:a="http://schemas.openxmlformats.org/drawingml/2006/main">
              <a:ext uri="{FF2B5EF4-FFF2-40B4-BE49-F238E27FC236}">
                <a16:creationId xmlns:a16="http://schemas.microsoft.com/office/drawing/2014/main" id="{0369CFF0-6492-41E9-96F8-455E8667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041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9" name="board0-stone-B-r3c2">
            <a:extLst xmlns:a="http://schemas.openxmlformats.org/drawingml/2006/main">
              <a:ext uri="{FF2B5EF4-FFF2-40B4-BE49-F238E27FC236}">
                <a16:creationId xmlns:a16="http://schemas.microsoft.com/office/drawing/2014/main" id="{DC4A64AF-45AB-41AD-AAB5-A0D4B3FB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353" y="3458766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0" name="board0-stone-W-r2c2">
            <a:extLst xmlns:a="http://schemas.openxmlformats.org/drawingml/2006/main">
              <a:ext uri="{FF2B5EF4-FFF2-40B4-BE49-F238E27FC236}">
                <a16:creationId xmlns:a16="http://schemas.microsoft.com/office/drawing/2014/main" id="{3C1FAC72-467E-4ED0-AC3D-A72E4332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353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1" name="board0-target-r2c2">
            <a:extLst xmlns:a="http://schemas.openxmlformats.org/drawingml/2006/main">
              <a:ext uri="{FF2B5EF4-FFF2-40B4-BE49-F238E27FC236}">
                <a16:creationId xmlns:a16="http://schemas.microsoft.com/office/drawing/2014/main" id="{960D3A51-4BF9-4605-9214-8631E63D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369" y="2988469"/>
            <a:ext cx="214313" cy="214313"/>
          </a:xfrm>
          <a:custGeom xmlns:a="http://schemas.openxmlformats.org/drawingml/2006/main">
            <a:pathLst>
              <a:path w="214313" h="214313">
                <a:moveTo>
                  <a:pt x="107156" y="0"/>
                </a:moveTo>
                <a:lnTo>
                  <a:pt x="214313" y="214313"/>
                </a:lnTo>
                <a:lnTo>
                  <a:pt x="0" y="2143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111111"/>
            </a:solidFill>
          </a:ln>
        </p:spPr>
      </p:sp>
      <p:sp>
        <p:nvSpPr>
          <p:cNvPr id="32" name="caption1">
            <a:extLst xmlns:a="http://schemas.openxmlformats.org/drawingml/2006/main">
              <a:ext uri="{FF2B5EF4-FFF2-40B4-BE49-F238E27FC236}">
                <a16:creationId xmlns:a16="http://schemas.microsoft.com/office/drawing/2014/main" id="{DFAFB572-1441-4AA6-804A-A4013C77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333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黑D3后：提走无气白子</a:t>
            </a:r>
          </a:p>
        </p:txBody>
      </p:sp>
      <p:sp>
        <p:nvSpPr>
          <p:cNvPr id="33" name="board1-surface">
            <a:extLst xmlns:a="http://schemas.openxmlformats.org/drawingml/2006/main">
              <a:ext uri="{FF2B5EF4-FFF2-40B4-BE49-F238E27FC236}">
                <a16:creationId xmlns:a16="http://schemas.microsoft.com/office/drawing/2014/main" id="{86BDFC4D-D78A-4D6C-93DC-261F51FD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743075"/>
            <a:ext cx="27051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34" name="board1-grid-row-0">
            <a:extLst xmlns:a="http://schemas.openxmlformats.org/drawingml/2006/main">
              <a:ext uri="{FF2B5EF4-FFF2-40B4-BE49-F238E27FC236}">
                <a16:creationId xmlns:a16="http://schemas.microsoft.com/office/drawing/2014/main" id="{D506FF9C-04A0-4881-96D2-CE0A9959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050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5" name="board1-grid-col-0">
            <a:extLst xmlns:a="http://schemas.openxmlformats.org/drawingml/2006/main">
              <a:ext uri="{FF2B5EF4-FFF2-40B4-BE49-F238E27FC236}">
                <a16:creationId xmlns:a16="http://schemas.microsoft.com/office/drawing/2014/main" id="{11EF45D8-97C9-4664-8123-401391A6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6" name="board1-column-0">
            <a:extLst xmlns:a="http://schemas.openxmlformats.org/drawingml/2006/main">
              <a:ext uri="{FF2B5EF4-FFF2-40B4-BE49-F238E27FC236}">
                <a16:creationId xmlns:a16="http://schemas.microsoft.com/office/drawing/2014/main" id="{02C6E1A5-896C-4255-9E79-C9B1D7AE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37" name="board1-row-0">
            <a:extLst xmlns:a="http://schemas.openxmlformats.org/drawingml/2006/main">
              <a:ext uri="{FF2B5EF4-FFF2-40B4-BE49-F238E27FC236}">
                <a16:creationId xmlns:a16="http://schemas.microsoft.com/office/drawing/2014/main" id="{4A046CE8-B56D-447D-9194-D92652FC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526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38" name="board1-grid-row-1">
            <a:extLst xmlns:a="http://schemas.openxmlformats.org/drawingml/2006/main">
              <a:ext uri="{FF2B5EF4-FFF2-40B4-BE49-F238E27FC236}">
                <a16:creationId xmlns:a16="http://schemas.microsoft.com/office/drawing/2014/main" id="{AEC6BDE1-7F74-4E11-BB1F-12D413E8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00313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9" name="board1-grid-col-1">
            <a:extLst xmlns:a="http://schemas.openxmlformats.org/drawingml/2006/main">
              <a:ext uri="{FF2B5EF4-FFF2-40B4-BE49-F238E27FC236}">
                <a16:creationId xmlns:a16="http://schemas.microsoft.com/office/drawing/2014/main" id="{3FD348BA-A394-4992-B5CA-3803F668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0" name="board1-column-1">
            <a:extLst xmlns:a="http://schemas.openxmlformats.org/drawingml/2006/main">
              <a:ext uri="{FF2B5EF4-FFF2-40B4-BE49-F238E27FC236}">
                <a16:creationId xmlns:a16="http://schemas.microsoft.com/office/drawing/2014/main" id="{56A42F4C-A77F-4EBA-9CEE-1B7BC6E1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263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41" name="board1-row-1">
            <a:extLst xmlns:a="http://schemas.openxmlformats.org/drawingml/2006/main">
              <a:ext uri="{FF2B5EF4-FFF2-40B4-BE49-F238E27FC236}">
                <a16:creationId xmlns:a16="http://schemas.microsoft.com/office/drawing/2014/main" id="{B051DE51-1EA6-484B-9A9E-AEED2307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479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42" name="board1-grid-row-2">
            <a:extLst xmlns:a="http://schemas.openxmlformats.org/drawingml/2006/main">
              <a:ext uri="{FF2B5EF4-FFF2-40B4-BE49-F238E27FC236}">
                <a16:creationId xmlns:a16="http://schemas.microsoft.com/office/drawing/2014/main" id="{6933F574-35DD-453C-9DF3-7C3D28DD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956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3" name="board1-grid-col-2">
            <a:extLst xmlns:a="http://schemas.openxmlformats.org/drawingml/2006/main">
              <a:ext uri="{FF2B5EF4-FFF2-40B4-BE49-F238E27FC236}">
                <a16:creationId xmlns:a16="http://schemas.microsoft.com/office/drawing/2014/main" id="{2CA8BA23-E73F-411C-9BFB-C5C0936D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4" name="board1-column-2">
            <a:extLst xmlns:a="http://schemas.openxmlformats.org/drawingml/2006/main">
              <a:ext uri="{FF2B5EF4-FFF2-40B4-BE49-F238E27FC236}">
                <a16:creationId xmlns:a16="http://schemas.microsoft.com/office/drawing/2014/main" id="{072BFD5D-1EEA-4D69-8285-37C845B4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45" name="board1-row-2">
            <a:extLst xmlns:a="http://schemas.openxmlformats.org/drawingml/2006/main">
              <a:ext uri="{FF2B5EF4-FFF2-40B4-BE49-F238E27FC236}">
                <a16:creationId xmlns:a16="http://schemas.microsoft.com/office/drawing/2014/main" id="{C16B2223-A342-4062-B924-91F479BD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432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46" name="board1-grid-row-3">
            <a:extLst xmlns:a="http://schemas.openxmlformats.org/drawingml/2006/main">
              <a:ext uri="{FF2B5EF4-FFF2-40B4-BE49-F238E27FC236}">
                <a16:creationId xmlns:a16="http://schemas.microsoft.com/office/drawing/2014/main" id="{3150FD2B-AF73-477E-9D06-DC580543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0938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7" name="board1-grid-col-3">
            <a:extLst xmlns:a="http://schemas.openxmlformats.org/drawingml/2006/main">
              <a:ext uri="{FF2B5EF4-FFF2-40B4-BE49-F238E27FC236}">
                <a16:creationId xmlns:a16="http://schemas.microsoft.com/office/drawing/2014/main" id="{F7BF7A07-DD20-409C-AD0E-E5584EED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338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8" name="board1-column-3">
            <a:extLst xmlns:a="http://schemas.openxmlformats.org/drawingml/2006/main">
              <a:ext uri="{FF2B5EF4-FFF2-40B4-BE49-F238E27FC236}">
                <a16:creationId xmlns:a16="http://schemas.microsoft.com/office/drawing/2014/main" id="{960AF0AD-A5B2-40CE-B5E1-8C7DB3E9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888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49" name="board1-row-3">
            <a:extLst xmlns:a="http://schemas.openxmlformats.org/drawingml/2006/main">
              <a:ext uri="{FF2B5EF4-FFF2-40B4-BE49-F238E27FC236}">
                <a16:creationId xmlns:a16="http://schemas.microsoft.com/office/drawing/2014/main" id="{461B3602-15B4-494B-91DE-448A597F2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38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50" name="board1-grid-row-4">
            <a:extLst xmlns:a="http://schemas.openxmlformats.org/drawingml/2006/main">
              <a:ext uri="{FF2B5EF4-FFF2-40B4-BE49-F238E27FC236}">
                <a16:creationId xmlns:a16="http://schemas.microsoft.com/office/drawing/2014/main" id="{E687E650-989E-4F01-A1BF-A6744807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862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51" name="board1-grid-col-4">
            <a:extLst xmlns:a="http://schemas.openxmlformats.org/drawingml/2006/main">
              <a:ext uri="{FF2B5EF4-FFF2-40B4-BE49-F238E27FC236}">
                <a16:creationId xmlns:a16="http://schemas.microsoft.com/office/drawing/2014/main" id="{CC587BA5-C2AF-4880-8DE5-86ACF1E6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52" name="board1-column-4">
            <a:extLst xmlns:a="http://schemas.openxmlformats.org/drawingml/2006/main">
              <a:ext uri="{FF2B5EF4-FFF2-40B4-BE49-F238E27FC236}">
                <a16:creationId xmlns:a16="http://schemas.microsoft.com/office/drawing/2014/main" id="{5EEE76A6-53C2-4328-9F19-62243AEA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53" name="board1-row-4">
            <a:extLst xmlns:a="http://schemas.openxmlformats.org/drawingml/2006/main">
              <a:ext uri="{FF2B5EF4-FFF2-40B4-BE49-F238E27FC236}">
                <a16:creationId xmlns:a16="http://schemas.microsoft.com/office/drawing/2014/main" id="{3AEEDEE8-6325-4FCD-821A-C32FE17B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338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54" name="board1-stone-B-r1c2">
            <a:extLst xmlns:a="http://schemas.openxmlformats.org/drawingml/2006/main">
              <a:ext uri="{FF2B5EF4-FFF2-40B4-BE49-F238E27FC236}">
                <a16:creationId xmlns:a16="http://schemas.microsoft.com/office/drawing/2014/main" id="{6E8FFC6C-2AC8-4C9F-BB3F-8F63310B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1853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55" name="board1-stone-B-r2c1">
            <a:extLst xmlns:a="http://schemas.openxmlformats.org/drawingml/2006/main">
              <a:ext uri="{FF2B5EF4-FFF2-40B4-BE49-F238E27FC236}">
                <a16:creationId xmlns:a16="http://schemas.microsoft.com/office/drawing/2014/main" id="{E69E4C4A-0E5B-4437-A661-F836F35B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541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56" name="board1-stone-B-r2c3">
            <a:extLst xmlns:a="http://schemas.openxmlformats.org/drawingml/2006/main">
              <a:ext uri="{FF2B5EF4-FFF2-40B4-BE49-F238E27FC236}">
                <a16:creationId xmlns:a16="http://schemas.microsoft.com/office/drawing/2014/main" id="{91848BAA-4C04-414C-A7CF-6F434B39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7166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57" name="board1-stone-B-r3c2">
            <a:extLst xmlns:a="http://schemas.openxmlformats.org/drawingml/2006/main">
              <a:ext uri="{FF2B5EF4-FFF2-40B4-BE49-F238E27FC236}">
                <a16:creationId xmlns:a16="http://schemas.microsoft.com/office/drawing/2014/main" id="{65A828E5-AE43-4A2F-ADB7-2A060928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1853" y="3458766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58" name="board1-move-number">
            <a:extLst xmlns:a="http://schemas.openxmlformats.org/drawingml/2006/main">
              <a:ext uri="{FF2B5EF4-FFF2-40B4-BE49-F238E27FC236}">
                <a16:creationId xmlns:a16="http://schemas.microsoft.com/office/drawing/2014/main" id="{9B55505E-C306-4449-99E6-6DFB78C9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416" y="2952750"/>
            <a:ext cx="273844" cy="291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88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688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59" name="comparison-body">
            <a:extLst xmlns:a="http://schemas.openxmlformats.org/drawingml/2006/main">
              <a:ext uri="{FF2B5EF4-FFF2-40B4-BE49-F238E27FC236}">
                <a16:creationId xmlns:a16="http://schemas.microsoft.com/office/drawing/2014/main" id="{908BEB08-1261-452F-A965-FC8EF676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72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打吃（atari）：整块恰好只剩 1 气。</a:t>
            </a:r>
          </a:p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黑 D3 后，C3 白子无气，被提走。</a:t>
            </a:r>
          </a:p>
        </p:txBody>
      </p:sp>
    </p:spTree>
    <p:extLst>
      <p:ext uri="{BB962C8B-B14F-4D97-AF65-F5344CB8AC3E}">
        <p14:creationId xmlns:p14="http://schemas.microsoft.com/office/powerpoint/2010/main" val="10418864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topic">
            <a:extLst xmlns:a="http://schemas.openxmlformats.org/drawingml/2006/main">
              <a:ext uri="{FF2B5EF4-FFF2-40B4-BE49-F238E27FC236}">
                <a16:creationId xmlns:a16="http://schemas.microsoft.com/office/drawing/2014/main" id="{3A3E36FD-D177-42A1-BD7B-2E5D7ED3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02  提子和打吃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D8689CA-B00D-4ED3-A061-0D42A950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没有外气，就一定不能下吗？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7B10446A-2D8C-4E62-B867-D990C981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08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4486E5E6-B53D-43F8-91DF-218F7653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关键对比</a:t>
            </a:r>
          </a:p>
        </p:txBody>
      </p:sp>
      <p:sp>
        <p:nvSpPr>
          <p:cNvPr id="5" name="caption0">
            <a:extLst xmlns:a="http://schemas.openxmlformats.org/drawingml/2006/main">
              <a:ext uri="{FF2B5EF4-FFF2-40B4-BE49-F238E27FC236}">
                <a16:creationId xmlns:a16="http://schemas.microsoft.com/office/drawing/2014/main" id="{A39DCB5D-7473-4064-BC97-6F23327D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333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黑先：准备尝试A5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70E6AA4F-5F6D-408C-B3DC-E7235817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1743075"/>
            <a:ext cx="27051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8CA82776-D841-42A6-A8D5-59F7A6C4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9050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9BF7BF2F-A7F6-4888-ACBE-54617FD8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89460AA6-6F76-4B32-8FEB-289FED64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C51C339F-1C39-4CA0-AF82-5A4D34E9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7526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E37D4136-648D-4A9B-9C51-74ABE700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500313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1A1EDC10-EB34-4755-AB3B-CD3B8F3F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213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38E1511D-27B7-49AA-ADC5-18336D72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763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EB75C93C-8167-4F65-B7C9-CB720E23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479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E2AD6487-00C1-4233-97AC-A5532968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0956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A4746AA9-9909-41EF-9903-24ECCC46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A4EF1E71-E1DC-456B-91C4-735CFEF9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E5009FD5-2872-4663-A8D2-381E1ECA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432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FAD3153C-6961-428B-AF70-50908C1C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90938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1B726319-D7DF-459C-8295-80088567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3838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55107306-C99C-4108-B99A-7D3CE86A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388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38E62D9B-A3A2-459F-957A-95B68CE5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538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8527256A-4194-4736-B0DC-07D868C8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862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5CCE7850-85B9-47C8-AAF6-48886E54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50AD5090-914F-4EA8-B8D4-0344043B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89815399-E490-4C24-94E7-9EF46BE8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1338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27" name="board0-stone-W-r0c1">
            <a:extLst xmlns:a="http://schemas.openxmlformats.org/drawingml/2006/main">
              <a:ext uri="{FF2B5EF4-FFF2-40B4-BE49-F238E27FC236}">
                <a16:creationId xmlns:a16="http://schemas.microsoft.com/office/drawing/2014/main" id="{8E9934A3-C0D1-4B11-B2BB-9729074F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041" y="1672828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8" name="board0-stone-B-r0c2">
            <a:extLst xmlns:a="http://schemas.openxmlformats.org/drawingml/2006/main">
              <a:ext uri="{FF2B5EF4-FFF2-40B4-BE49-F238E27FC236}">
                <a16:creationId xmlns:a16="http://schemas.microsoft.com/office/drawing/2014/main" id="{9E2413D9-4FAE-4BC2-A621-5AC1B83D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353" y="1672828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9" name="board0-stone-W-r1c0">
            <a:extLst xmlns:a="http://schemas.openxmlformats.org/drawingml/2006/main">
              <a:ext uri="{FF2B5EF4-FFF2-40B4-BE49-F238E27FC236}">
                <a16:creationId xmlns:a16="http://schemas.microsoft.com/office/drawing/2014/main" id="{DC656C86-3F4D-49B8-84C1-52154933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728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0" name="board0-stone-B-r1c1">
            <a:extLst xmlns:a="http://schemas.openxmlformats.org/drawingml/2006/main">
              <a:ext uri="{FF2B5EF4-FFF2-40B4-BE49-F238E27FC236}">
                <a16:creationId xmlns:a16="http://schemas.microsoft.com/office/drawing/2014/main" id="{735BC325-F64F-4E18-AE40-DBEAEBE1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1041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1" name="board0-stone-B-r2c0">
            <a:extLst xmlns:a="http://schemas.openxmlformats.org/drawingml/2006/main">
              <a:ext uri="{FF2B5EF4-FFF2-40B4-BE49-F238E27FC236}">
                <a16:creationId xmlns:a16="http://schemas.microsoft.com/office/drawing/2014/main" id="{0E5E46B0-CE4C-4C9A-B700-49E2ABF5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728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2" name="caption1">
            <a:extLst xmlns:a="http://schemas.openxmlformats.org/drawingml/2006/main">
              <a:ext uri="{FF2B5EF4-FFF2-40B4-BE49-F238E27FC236}">
                <a16:creationId xmlns:a16="http://schemas.microsoft.com/office/drawing/2014/main" id="{5B27D817-8C66-4333-8EDA-DD0060DD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333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黑A5后：先提子，再检查气</a:t>
            </a:r>
          </a:p>
        </p:txBody>
      </p:sp>
      <p:sp>
        <p:nvSpPr>
          <p:cNvPr id="33" name="board1-surface">
            <a:extLst xmlns:a="http://schemas.openxmlformats.org/drawingml/2006/main">
              <a:ext uri="{FF2B5EF4-FFF2-40B4-BE49-F238E27FC236}">
                <a16:creationId xmlns:a16="http://schemas.microsoft.com/office/drawing/2014/main" id="{C794D188-904F-4772-9240-19738BC6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743075"/>
            <a:ext cx="27051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34" name="board1-grid-row-0">
            <a:extLst xmlns:a="http://schemas.openxmlformats.org/drawingml/2006/main">
              <a:ext uri="{FF2B5EF4-FFF2-40B4-BE49-F238E27FC236}">
                <a16:creationId xmlns:a16="http://schemas.microsoft.com/office/drawing/2014/main" id="{9880FE4E-DB99-49F4-A961-E8DD4E79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0500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5" name="board1-grid-col-0">
            <a:extLst xmlns:a="http://schemas.openxmlformats.org/drawingml/2006/main">
              <a:ext uri="{FF2B5EF4-FFF2-40B4-BE49-F238E27FC236}">
                <a16:creationId xmlns:a16="http://schemas.microsoft.com/office/drawing/2014/main" id="{DE8F74C3-6C94-4ED2-945F-7FB4D31C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6" name="board1-column-0">
            <a:extLst xmlns:a="http://schemas.openxmlformats.org/drawingml/2006/main">
              <a:ext uri="{FF2B5EF4-FFF2-40B4-BE49-F238E27FC236}">
                <a16:creationId xmlns:a16="http://schemas.microsoft.com/office/drawing/2014/main" id="{B69BF845-B098-45F7-84F4-32AFB67A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37" name="board1-row-0">
            <a:extLst xmlns:a="http://schemas.openxmlformats.org/drawingml/2006/main">
              <a:ext uri="{FF2B5EF4-FFF2-40B4-BE49-F238E27FC236}">
                <a16:creationId xmlns:a16="http://schemas.microsoft.com/office/drawing/2014/main" id="{60ED6C09-9F03-4199-A339-213F8AD4B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526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38" name="board1-grid-row-1">
            <a:extLst xmlns:a="http://schemas.openxmlformats.org/drawingml/2006/main">
              <a:ext uri="{FF2B5EF4-FFF2-40B4-BE49-F238E27FC236}">
                <a16:creationId xmlns:a16="http://schemas.microsoft.com/office/drawing/2014/main" id="{5A87AE52-665B-4DC0-ABEA-C8D7A39C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00313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39" name="board1-grid-col-1">
            <a:extLst xmlns:a="http://schemas.openxmlformats.org/drawingml/2006/main">
              <a:ext uri="{FF2B5EF4-FFF2-40B4-BE49-F238E27FC236}">
                <a16:creationId xmlns:a16="http://schemas.microsoft.com/office/drawing/2014/main" id="{EBF49C53-A0AB-47B9-B456-7796D778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8713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0" name="board1-column-1">
            <a:extLst xmlns:a="http://schemas.openxmlformats.org/drawingml/2006/main">
              <a:ext uri="{FF2B5EF4-FFF2-40B4-BE49-F238E27FC236}">
                <a16:creationId xmlns:a16="http://schemas.microsoft.com/office/drawing/2014/main" id="{B106E4A1-341B-4182-BDEB-2F8EF357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263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41" name="board1-row-1">
            <a:extLst xmlns:a="http://schemas.openxmlformats.org/drawingml/2006/main">
              <a:ext uri="{FF2B5EF4-FFF2-40B4-BE49-F238E27FC236}">
                <a16:creationId xmlns:a16="http://schemas.microsoft.com/office/drawing/2014/main" id="{9C42C4EC-25F7-4EB3-9916-E1B3401B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479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42" name="board1-grid-row-2">
            <a:extLst xmlns:a="http://schemas.openxmlformats.org/drawingml/2006/main">
              <a:ext uri="{FF2B5EF4-FFF2-40B4-BE49-F238E27FC236}">
                <a16:creationId xmlns:a16="http://schemas.microsoft.com/office/drawing/2014/main" id="{9185381C-A493-4035-B400-679BC53A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95625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3" name="board1-grid-col-2">
            <a:extLst xmlns:a="http://schemas.openxmlformats.org/drawingml/2006/main">
              <a:ext uri="{FF2B5EF4-FFF2-40B4-BE49-F238E27FC236}">
                <a16:creationId xmlns:a16="http://schemas.microsoft.com/office/drawing/2014/main" id="{F7CEEBE3-8019-4FDB-BC1F-CB34E602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4" name="board1-column-2">
            <a:extLst xmlns:a="http://schemas.openxmlformats.org/drawingml/2006/main">
              <a:ext uri="{FF2B5EF4-FFF2-40B4-BE49-F238E27FC236}">
                <a16:creationId xmlns:a16="http://schemas.microsoft.com/office/drawing/2014/main" id="{CE555795-0AE8-4654-ABDC-4DAB7362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45" name="board1-row-2">
            <a:extLst xmlns:a="http://schemas.openxmlformats.org/drawingml/2006/main">
              <a:ext uri="{FF2B5EF4-FFF2-40B4-BE49-F238E27FC236}">
                <a16:creationId xmlns:a16="http://schemas.microsoft.com/office/drawing/2014/main" id="{AC88E2CB-658B-427F-82D1-04B93661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432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46" name="board1-grid-row-3">
            <a:extLst xmlns:a="http://schemas.openxmlformats.org/drawingml/2006/main">
              <a:ext uri="{FF2B5EF4-FFF2-40B4-BE49-F238E27FC236}">
                <a16:creationId xmlns:a16="http://schemas.microsoft.com/office/drawing/2014/main" id="{1C9FC4C6-2445-47F7-A057-8D1EFB52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90938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7" name="board1-grid-col-3">
            <a:extLst xmlns:a="http://schemas.openxmlformats.org/drawingml/2006/main">
              <a:ext uri="{FF2B5EF4-FFF2-40B4-BE49-F238E27FC236}">
                <a16:creationId xmlns:a16="http://schemas.microsoft.com/office/drawing/2014/main" id="{C80F8C8D-C9FB-4CA3-82DC-820272F7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338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48" name="board1-column-3">
            <a:extLst xmlns:a="http://schemas.openxmlformats.org/drawingml/2006/main">
              <a:ext uri="{FF2B5EF4-FFF2-40B4-BE49-F238E27FC236}">
                <a16:creationId xmlns:a16="http://schemas.microsoft.com/office/drawing/2014/main" id="{5846D4E6-0DC0-4695-8591-867F8CDD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7888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49" name="board1-row-3">
            <a:extLst xmlns:a="http://schemas.openxmlformats.org/drawingml/2006/main">
              <a:ext uri="{FF2B5EF4-FFF2-40B4-BE49-F238E27FC236}">
                <a16:creationId xmlns:a16="http://schemas.microsoft.com/office/drawing/2014/main" id="{1D81432A-1DF6-4B0A-AB43-2471C259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38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50" name="board1-grid-row-4">
            <a:extLst xmlns:a="http://schemas.openxmlformats.org/drawingml/2006/main">
              <a:ext uri="{FF2B5EF4-FFF2-40B4-BE49-F238E27FC236}">
                <a16:creationId xmlns:a16="http://schemas.microsoft.com/office/drawing/2014/main" id="{F4061242-87BA-40F8-A37D-A98D1E25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862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51" name="board1-grid-col-4">
            <a:extLst xmlns:a="http://schemas.openxmlformats.org/drawingml/2006/main">
              <a:ext uri="{FF2B5EF4-FFF2-40B4-BE49-F238E27FC236}">
                <a16:creationId xmlns:a16="http://schemas.microsoft.com/office/drawing/2014/main" id="{36FDCCB0-61C6-494F-8250-4BD0F73F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90500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52" name="board1-column-4">
            <a:extLst xmlns:a="http://schemas.openxmlformats.org/drawingml/2006/main">
              <a:ext uri="{FF2B5EF4-FFF2-40B4-BE49-F238E27FC236}">
                <a16:creationId xmlns:a16="http://schemas.microsoft.com/office/drawing/2014/main" id="{5F3BFB7D-F870-4E43-B2CD-6F939DB0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1010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53" name="board1-row-4">
            <a:extLst xmlns:a="http://schemas.openxmlformats.org/drawingml/2006/main">
              <a:ext uri="{FF2B5EF4-FFF2-40B4-BE49-F238E27FC236}">
                <a16:creationId xmlns:a16="http://schemas.microsoft.com/office/drawing/2014/main" id="{B9D193D1-189A-47A0-82BC-5552FF81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338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54" name="board1-stone-B-r0c0">
            <a:extLst xmlns:a="http://schemas.openxmlformats.org/drawingml/2006/main">
              <a:ext uri="{FF2B5EF4-FFF2-40B4-BE49-F238E27FC236}">
                <a16:creationId xmlns:a16="http://schemas.microsoft.com/office/drawing/2014/main" id="{6D98D0C3-ECE1-45AB-9CBF-F8CAB2C6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228" y="1672828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55" name="board1-stone-B-r0c2">
            <a:extLst xmlns:a="http://schemas.openxmlformats.org/drawingml/2006/main">
              <a:ext uri="{FF2B5EF4-FFF2-40B4-BE49-F238E27FC236}">
                <a16:creationId xmlns:a16="http://schemas.microsoft.com/office/drawing/2014/main" id="{C920D927-23F0-4BE7-9D8C-4EE161E3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1853" y="1672828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56" name="board1-stone-B-r1c1">
            <a:extLst xmlns:a="http://schemas.openxmlformats.org/drawingml/2006/main">
              <a:ext uri="{FF2B5EF4-FFF2-40B4-BE49-F238E27FC236}">
                <a16:creationId xmlns:a16="http://schemas.microsoft.com/office/drawing/2014/main" id="{7C149A98-DD7E-4C68-8E75-B7639E56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541" y="2268141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57" name="board1-stone-B-r2c0">
            <a:extLst xmlns:a="http://schemas.openxmlformats.org/drawingml/2006/main">
              <a:ext uri="{FF2B5EF4-FFF2-40B4-BE49-F238E27FC236}">
                <a16:creationId xmlns:a16="http://schemas.microsoft.com/office/drawing/2014/main" id="{B12E1445-43D5-416C-B15A-ACBAB0BA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1228" y="2863453"/>
            <a:ext cx="464344" cy="464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58" name="comparison-body">
            <a:extLst xmlns:a="http://schemas.openxmlformats.org/drawingml/2006/main">
              <a:ext uri="{FF2B5EF4-FFF2-40B4-BE49-F238E27FC236}">
                <a16:creationId xmlns:a16="http://schemas.microsoft.com/office/drawing/2014/main" id="{255444E0-427D-4B02-8EE3-848D8616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72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黑 A5 暂放后，先提无气对方。</a:t>
            </a:r>
          </a:p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提走 B5、A4 后，黑 A5 获得气，合法。</a:t>
            </a:r>
          </a:p>
        </p:txBody>
      </p:sp>
    </p:spTree>
    <p:extLst>
      <p:ext uri="{BB962C8B-B14F-4D97-AF65-F5344CB8AC3E}">
        <p14:creationId xmlns:p14="http://schemas.microsoft.com/office/powerpoint/2010/main" val="354558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topic">
            <a:extLst xmlns:a="http://schemas.openxmlformats.org/drawingml/2006/main">
              <a:ext uri="{FF2B5EF4-FFF2-40B4-BE49-F238E27FC236}">
                <a16:creationId xmlns:a16="http://schemas.microsoft.com/office/drawing/2014/main" id="{E82C0B0B-9C53-4EF5-984F-5EB40900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02  提子和打吃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2ED1EF9-509F-419F-A779-A735F644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这一手会移走几颗？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81381F57-CCAD-4487-8DFE-DE89BA06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09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0CF6FA8A-5828-4919-AD2E-DE69A59E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成员尝试</a:t>
            </a:r>
          </a:p>
        </p:txBody>
      </p:sp>
      <p:sp>
        <p:nvSpPr>
          <p:cNvPr id="5" name="board-caption">
            <a:extLst xmlns:a="http://schemas.openxmlformats.org/drawingml/2006/main">
              <a:ext uri="{FF2B5EF4-FFF2-40B4-BE49-F238E27FC236}">
                <a16:creationId xmlns:a16="http://schemas.microsoft.com/office/drawing/2014/main" id="{EDD851EE-E052-4204-8BBA-A66C6A02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目标B5、C5；完整5×5练习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46057195-8862-4A39-832D-8A3A6D99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9072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BB73F5B6-4238-4EEE-B23B-82BE998D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E46A6D4C-4657-4393-9F36-DB100780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5F608B43-7285-4569-81D1-CEF97FC0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DD9B62D9-8FFF-4795-BA5B-5DFB6B39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002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4BF8D761-43E2-4222-9250-E022E645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928938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60F27081-4F9B-44A4-8FC3-AC028E66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463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83903E7D-0BD1-4D78-964A-0063B547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3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D254A909-6891-44BD-8E0C-BAC76301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76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3F247DC3-2067-48FE-BF55-B007DB57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705225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96F90EE6-1A3E-4FDF-81F8-48CA38C9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064385CB-DD8E-4948-9A3A-B72373E3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6F551E11-F147-418F-A710-69DA5606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528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9C459AC8-35AC-423C-9539-B0BCE81C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481513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33B22003-29E7-419F-B610-E0D533B9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038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F1F96FBE-B1B5-46AF-9C41-392AC356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04399019-27AE-475E-A371-5F1F3F4D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291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9AFE2DC3-5D16-4C74-A5AF-BD36EEB4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25780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8E5DA233-AF52-4EC2-A651-085ABA7B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BF01B56E-4C14-4E04-AC04-F1A9AA69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EB240905-A9F1-4CAA-9AB2-C237BA87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054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27" name="board0-stone-B-r0c0">
            <a:extLst xmlns:a="http://schemas.openxmlformats.org/drawingml/2006/main">
              <a:ext uri="{FF2B5EF4-FFF2-40B4-BE49-F238E27FC236}">
                <a16:creationId xmlns:a16="http://schemas.microsoft.com/office/drawing/2014/main" id="{898DF65B-E76C-4F19-A645-E5AE1600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423" y="1849898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8" name="board0-stone-B-r1c1">
            <a:extLst xmlns:a="http://schemas.openxmlformats.org/drawingml/2006/main">
              <a:ext uri="{FF2B5EF4-FFF2-40B4-BE49-F238E27FC236}">
                <a16:creationId xmlns:a16="http://schemas.microsoft.com/office/drawing/2014/main" id="{DDC79E73-6373-4B55-B028-BD558E8F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710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29" name="board0-stone-B-r1c2">
            <a:extLst xmlns:a="http://schemas.openxmlformats.org/drawingml/2006/main">
              <a:ext uri="{FF2B5EF4-FFF2-40B4-BE49-F238E27FC236}">
                <a16:creationId xmlns:a16="http://schemas.microsoft.com/office/drawing/2014/main" id="{4705A7DA-457B-4464-92B4-A98397D4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2626185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0" name="board0-stone-W-r0c1">
            <a:extLst xmlns:a="http://schemas.openxmlformats.org/drawingml/2006/main">
              <a:ext uri="{FF2B5EF4-FFF2-40B4-BE49-F238E27FC236}">
                <a16:creationId xmlns:a16="http://schemas.microsoft.com/office/drawing/2014/main" id="{DCD4D3F6-A9D9-4EC0-AC20-7599B8F3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3710" y="1849898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1" name="board0-stone-W-r0c2">
            <a:extLst xmlns:a="http://schemas.openxmlformats.org/drawingml/2006/main">
              <a:ext uri="{FF2B5EF4-FFF2-40B4-BE49-F238E27FC236}">
                <a16:creationId xmlns:a16="http://schemas.microsoft.com/office/drawing/2014/main" id="{F03066FC-53A7-4332-A6B5-94850753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998" y="1849898"/>
            <a:ext cx="605504" cy="6055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11111"/>
            </a:solidFill>
          </a:ln>
        </p:spPr>
      </p:sp>
      <p:sp>
        <p:nvSpPr>
          <p:cNvPr id="32" name="board0-target-r0c1">
            <a:extLst xmlns:a="http://schemas.openxmlformats.org/drawingml/2006/main">
              <a:ext uri="{FF2B5EF4-FFF2-40B4-BE49-F238E27FC236}">
                <a16:creationId xmlns:a16="http://schemas.microsoft.com/office/drawing/2014/main" id="{52AD4918-5BB9-4669-A553-1177D1A2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6731" y="2012918"/>
            <a:ext cx="279464" cy="279464"/>
          </a:xfrm>
          <a:custGeom xmlns:a="http://schemas.openxmlformats.org/drawingml/2006/main">
            <a:pathLst>
              <a:path w="279464" h="279464">
                <a:moveTo>
                  <a:pt x="139732" y="0"/>
                </a:moveTo>
                <a:lnTo>
                  <a:pt x="279464" y="279464"/>
                </a:lnTo>
                <a:lnTo>
                  <a:pt x="0" y="2794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111111"/>
            </a:solidFill>
          </a:ln>
        </p:spPr>
      </p:sp>
      <p:sp>
        <p:nvSpPr>
          <p:cNvPr id="33" name="board0-target-r0c2">
            <a:extLst xmlns:a="http://schemas.openxmlformats.org/drawingml/2006/main">
              <a:ext uri="{FF2B5EF4-FFF2-40B4-BE49-F238E27FC236}">
                <a16:creationId xmlns:a16="http://schemas.microsoft.com/office/drawing/2014/main" id="{2D3C6A76-763A-4904-9300-767F4531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018" y="2012918"/>
            <a:ext cx="279464" cy="279464"/>
          </a:xfrm>
          <a:custGeom xmlns:a="http://schemas.openxmlformats.org/drawingml/2006/main">
            <a:pathLst>
              <a:path w="279464" h="279464">
                <a:moveTo>
                  <a:pt x="139732" y="0"/>
                </a:moveTo>
                <a:lnTo>
                  <a:pt x="279464" y="279464"/>
                </a:lnTo>
                <a:lnTo>
                  <a:pt x="0" y="2794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111111"/>
            </a:solidFill>
          </a:ln>
        </p:spPr>
      </p:sp>
      <p:sp>
        <p:nvSpPr>
          <p:cNvPr id="34" name="body-0">
            <a:extLst xmlns:a="http://schemas.openxmlformats.org/drawingml/2006/main">
              <a:ext uri="{FF2B5EF4-FFF2-40B4-BE49-F238E27FC236}">
                <a16:creationId xmlns:a16="http://schemas.microsoft.com/office/drawing/2014/main" id="{079F9662-ABCA-4F57-A7F6-5D5C711E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574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黑先，本手提掉全部 △ 白子。</a:t>
            </a:r>
          </a:p>
        </p:txBody>
      </p:sp>
      <p:sp>
        <p:nvSpPr>
          <p:cNvPr id="35" name="body-1">
            <a:extLst xmlns:a="http://schemas.openxmlformats.org/drawingml/2006/main">
              <a:ext uri="{FF2B5EF4-FFF2-40B4-BE49-F238E27FC236}">
                <a16:creationId xmlns:a16="http://schemas.microsoft.com/office/drawing/2014/main" id="{F93BDAC5-DE87-4A07-8104-B1C1AAE1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432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先找整块唯一的气。</a:t>
            </a:r>
          </a:p>
        </p:txBody>
      </p:sp>
      <p:sp>
        <p:nvSpPr>
          <p:cNvPr id="36" name="body-2">
            <a:extLst xmlns:a="http://schemas.openxmlformats.org/drawingml/2006/main">
              <a:ext uri="{FF2B5EF4-FFF2-40B4-BE49-F238E27FC236}">
                <a16:creationId xmlns:a16="http://schemas.microsoft.com/office/drawing/2014/main" id="{6BE40EE9-B93B-45CE-B97D-5E09CEEA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说出落点与预计提子数。</a:t>
            </a:r>
          </a:p>
        </p:txBody>
      </p:sp>
    </p:spTree>
    <p:extLst>
      <p:ext uri="{BB962C8B-B14F-4D97-AF65-F5344CB8AC3E}">
        <p14:creationId xmlns:p14="http://schemas.microsoft.com/office/powerpoint/2010/main" val="5630223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opic">
            <a:extLst xmlns:a="http://schemas.openxmlformats.org/drawingml/2006/main">
              <a:ext uri="{FF2B5EF4-FFF2-40B4-BE49-F238E27FC236}">
                <a16:creationId xmlns:a16="http://schemas.microsoft.com/office/drawing/2014/main" id="{96797C33-A900-4BE8-BFB4-F8101FD4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0">
                <a:solidFill>
                  <a:srgbClr val="174B32"/>
                </a:solidFill>
                <a:latin typeface="Noto Sans SC"/>
                <a:ea typeface="Noto Sans SC"/>
                <a:cs typeface="Noto Sans SC"/>
              </a:rPr>
              <a:t>02  提子和打吃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0BDEFC0-CA17-42C3-A3FA-9E279F28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开始一轮吃子小游戏</a:t>
            </a:r>
          </a:p>
        </p:txBody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AA0A3800-1EDB-421E-8E8A-9F947840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10  /  25</a:t>
            </a:r>
          </a:p>
        </p:txBody>
      </p:sp>
      <p:sp>
        <p:nvSpPr>
          <p:cNvPr id="4" name="ruleset">
            <a:extLst xmlns:a="http://schemas.openxmlformats.org/drawingml/2006/main">
              <a:ext uri="{FF2B5EF4-FFF2-40B4-BE49-F238E27FC236}">
                <a16:creationId xmlns:a16="http://schemas.microsoft.com/office/drawing/2014/main" id="{A5DB817A-3EE4-489B-BE17-E4CD8221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GO-CLUB-AREA-1   冻结点B   转入对弈</a:t>
            </a:r>
          </a:p>
        </p:txBody>
      </p:sp>
      <p:sp>
        <p:nvSpPr>
          <p:cNvPr id="5" name="board-caption">
            <a:extLst xmlns:a="http://schemas.openxmlformats.org/drawingml/2006/main">
              <a:ext uri="{FF2B5EF4-FFF2-40B4-BE49-F238E27FC236}">
                <a16:creationId xmlns:a16="http://schemas.microsoft.com/office/drawing/2014/main" id="{BF536774-F460-4D82-A611-51C1FCE9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52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完整5×5小棋盘练习</a:t>
            </a:r>
          </a:p>
        </p:txBody>
      </p:sp>
      <p:sp>
        <p:nvSpPr>
          <p:cNvPr id="6" name="board0-surface">
            <a:extLst xmlns:a="http://schemas.openxmlformats.org/drawingml/2006/main">
              <a:ext uri="{FF2B5EF4-FFF2-40B4-BE49-F238E27FC236}">
                <a16:creationId xmlns:a16="http://schemas.microsoft.com/office/drawing/2014/main" id="{282612B5-D473-41AF-A0A5-DE4EE034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9072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8AD"/>
          </a:solidFill>
          <a:ln xmlns:a="http://schemas.openxmlformats.org/drawingml/2006/main" w="0">
            <a:noFill/>
          </a:ln>
        </p:spPr>
      </p:sp>
      <p:sp>
        <p:nvSpPr>
          <p:cNvPr id="7" name="board0-grid-row-0">
            <a:extLst xmlns:a="http://schemas.openxmlformats.org/drawingml/2006/main">
              <a:ext uri="{FF2B5EF4-FFF2-40B4-BE49-F238E27FC236}">
                <a16:creationId xmlns:a16="http://schemas.microsoft.com/office/drawing/2014/main" id="{5DC493DA-FB60-4D7E-85CD-6B67A2DA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8" name="board0-grid-col-0">
            <a:extLst xmlns:a="http://schemas.openxmlformats.org/drawingml/2006/main">
              <a:ext uri="{FF2B5EF4-FFF2-40B4-BE49-F238E27FC236}">
                <a16:creationId xmlns:a16="http://schemas.microsoft.com/office/drawing/2014/main" id="{E3B19455-7CA4-463C-BB2F-CB740225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9" name="board0-column-0">
            <a:extLst xmlns:a="http://schemas.openxmlformats.org/drawingml/2006/main">
              <a:ext uri="{FF2B5EF4-FFF2-40B4-BE49-F238E27FC236}">
                <a16:creationId xmlns:a16="http://schemas.microsoft.com/office/drawing/2014/main" id="{9A2E97FF-1BFF-42CB-8D44-5E71650F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A</a:t>
            </a:r>
          </a:p>
        </p:txBody>
      </p:sp>
      <p:sp>
        <p:nvSpPr>
          <p:cNvPr id="10" name="board0-row-0">
            <a:extLst xmlns:a="http://schemas.openxmlformats.org/drawingml/2006/main">
              <a:ext uri="{FF2B5EF4-FFF2-40B4-BE49-F238E27FC236}">
                <a16:creationId xmlns:a16="http://schemas.microsoft.com/office/drawing/2014/main" id="{EC3D306B-64C2-4C21-A0E7-70935CC7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002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11" name="board0-grid-row-1">
            <a:extLst xmlns:a="http://schemas.openxmlformats.org/drawingml/2006/main">
              <a:ext uri="{FF2B5EF4-FFF2-40B4-BE49-F238E27FC236}">
                <a16:creationId xmlns:a16="http://schemas.microsoft.com/office/drawing/2014/main" id="{34C9CF3A-4276-43F2-ACC6-20F04902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928938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2" name="board0-grid-col-1">
            <a:extLst xmlns:a="http://schemas.openxmlformats.org/drawingml/2006/main">
              <a:ext uri="{FF2B5EF4-FFF2-40B4-BE49-F238E27FC236}">
                <a16:creationId xmlns:a16="http://schemas.microsoft.com/office/drawing/2014/main" id="{C4FE3C85-7861-42F0-9E8D-9F10A7CA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463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3" name="board0-column-1">
            <a:extLst xmlns:a="http://schemas.openxmlformats.org/drawingml/2006/main">
              <a:ext uri="{FF2B5EF4-FFF2-40B4-BE49-F238E27FC236}">
                <a16:creationId xmlns:a16="http://schemas.microsoft.com/office/drawing/2014/main" id="{0EF7E4BB-127D-414C-828C-0B98F816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3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B</a:t>
            </a:r>
          </a:p>
        </p:txBody>
      </p:sp>
      <p:sp>
        <p:nvSpPr>
          <p:cNvPr id="14" name="board0-row-1">
            <a:extLst xmlns:a="http://schemas.openxmlformats.org/drawingml/2006/main">
              <a:ext uri="{FF2B5EF4-FFF2-40B4-BE49-F238E27FC236}">
                <a16:creationId xmlns:a16="http://schemas.microsoft.com/office/drawing/2014/main" id="{5062B46A-3329-4008-A33C-A0CA6325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76538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15" name="board0-grid-row-2">
            <a:extLst xmlns:a="http://schemas.openxmlformats.org/drawingml/2006/main">
              <a:ext uri="{FF2B5EF4-FFF2-40B4-BE49-F238E27FC236}">
                <a16:creationId xmlns:a16="http://schemas.microsoft.com/office/drawing/2014/main" id="{0091CB78-1EBC-402E-9EE3-4EA8F649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705225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6" name="board0-grid-col-2">
            <a:extLst xmlns:a="http://schemas.openxmlformats.org/drawingml/2006/main">
              <a:ext uri="{FF2B5EF4-FFF2-40B4-BE49-F238E27FC236}">
                <a16:creationId xmlns:a16="http://schemas.microsoft.com/office/drawing/2014/main" id="{F571B089-CCF6-47CF-A731-47DBF3E5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17" name="board0-column-2">
            <a:extLst xmlns:a="http://schemas.openxmlformats.org/drawingml/2006/main">
              <a:ext uri="{FF2B5EF4-FFF2-40B4-BE49-F238E27FC236}">
                <a16:creationId xmlns:a16="http://schemas.microsoft.com/office/drawing/2014/main" id="{4CFC98BF-CF7B-477E-B67E-4B9EED72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C</a:t>
            </a:r>
          </a:p>
        </p:txBody>
      </p:sp>
      <p:sp>
        <p:nvSpPr>
          <p:cNvPr id="18" name="board0-row-2">
            <a:extLst xmlns:a="http://schemas.openxmlformats.org/drawingml/2006/main">
              <a:ext uri="{FF2B5EF4-FFF2-40B4-BE49-F238E27FC236}">
                <a16:creationId xmlns:a16="http://schemas.microsoft.com/office/drawing/2014/main" id="{EE843CB9-B252-4181-9BEC-0FC1A872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5528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9" name="board0-grid-row-3">
            <a:extLst xmlns:a="http://schemas.openxmlformats.org/drawingml/2006/main">
              <a:ext uri="{FF2B5EF4-FFF2-40B4-BE49-F238E27FC236}">
                <a16:creationId xmlns:a16="http://schemas.microsoft.com/office/drawing/2014/main" id="{94491C3F-49F5-48E2-BCB8-AB26AEA8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481513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0" name="board0-grid-col-3">
            <a:extLst xmlns:a="http://schemas.openxmlformats.org/drawingml/2006/main">
              <a:ext uri="{FF2B5EF4-FFF2-40B4-BE49-F238E27FC236}">
                <a16:creationId xmlns:a16="http://schemas.microsoft.com/office/drawing/2014/main" id="{9724CD46-FCC6-4907-8E4F-3769E2D1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038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1" name="board0-column-3">
            <a:extLst xmlns:a="http://schemas.openxmlformats.org/drawingml/2006/main">
              <a:ext uri="{FF2B5EF4-FFF2-40B4-BE49-F238E27FC236}">
                <a16:creationId xmlns:a16="http://schemas.microsoft.com/office/drawing/2014/main" id="{AC52FF45-8878-45C6-B6CA-04D66357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D</a:t>
            </a:r>
          </a:p>
        </p:txBody>
      </p:sp>
      <p:sp>
        <p:nvSpPr>
          <p:cNvPr id="22" name="board0-row-3">
            <a:extLst xmlns:a="http://schemas.openxmlformats.org/drawingml/2006/main">
              <a:ext uri="{FF2B5EF4-FFF2-40B4-BE49-F238E27FC236}">
                <a16:creationId xmlns:a16="http://schemas.microsoft.com/office/drawing/2014/main" id="{C932C83E-4081-49F1-8CCA-DD8B36E9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29113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3" name="board0-grid-row-4">
            <a:extLst xmlns:a="http://schemas.openxmlformats.org/drawingml/2006/main">
              <a:ext uri="{FF2B5EF4-FFF2-40B4-BE49-F238E27FC236}">
                <a16:creationId xmlns:a16="http://schemas.microsoft.com/office/drawing/2014/main" id="{CBAAAD13-A667-42DF-9C75-24AD90A0A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257800"/>
            <a:ext cx="310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4" name="board0-grid-col-4">
            <a:extLst xmlns:a="http://schemas.openxmlformats.org/drawingml/2006/main">
              <a:ext uri="{FF2B5EF4-FFF2-40B4-BE49-F238E27FC236}">
                <a16:creationId xmlns:a16="http://schemas.microsoft.com/office/drawing/2014/main" id="{F20E41E3-5FFF-40B7-8871-5A69053E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152650"/>
            <a:ext cx="0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514737"/>
            </a:solidFill>
          </a:ln>
        </p:spPr>
      </p:sp>
      <p:sp>
        <p:nvSpPr>
          <p:cNvPr id="25" name="board0-column-4">
            <a:extLst xmlns:a="http://schemas.openxmlformats.org/drawingml/2006/main">
              <a:ext uri="{FF2B5EF4-FFF2-40B4-BE49-F238E27FC236}">
                <a16:creationId xmlns:a16="http://schemas.microsoft.com/office/drawing/2014/main" id="{35D9E973-B493-4204-81C5-B529E121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581650"/>
            <a:ext cx="342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E</a:t>
            </a:r>
          </a:p>
        </p:txBody>
      </p:sp>
      <p:sp>
        <p:nvSpPr>
          <p:cNvPr id="26" name="board0-row-4">
            <a:extLst xmlns:a="http://schemas.openxmlformats.org/drawingml/2006/main">
              <a:ext uri="{FF2B5EF4-FFF2-40B4-BE49-F238E27FC236}">
                <a16:creationId xmlns:a16="http://schemas.microsoft.com/office/drawing/2014/main" id="{1954E51B-6253-434E-A27F-CF073948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054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56635B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27" name="body-0">
            <a:extLst xmlns:a="http://schemas.openxmlformats.org/drawingml/2006/main">
              <a:ext uri="{FF2B5EF4-FFF2-40B4-BE49-F238E27FC236}">
                <a16:creationId xmlns:a16="http://schemas.microsoft.com/office/drawing/2014/main" id="{99F60F2D-804D-40A6-B16F-7811EA82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57400"/>
            <a:ext cx="5476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吃子小游戏（capture-first）：</a:t>
            </a:r>
          </a:p>
          <a:p xmlns:a="http://schemas.openxmlformats.org/drawingml/2006/main">
            <a:pPr algn="l">
              <a:def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1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首次成功提子即获胜。</a:t>
            </a:r>
          </a:p>
        </p:txBody>
      </p:sp>
      <p:sp>
        <p:nvSpPr>
          <p:cNvPr id="28" name="body-1">
            <a:extLst xmlns:a="http://schemas.openxmlformats.org/drawingml/2006/main">
              <a:ext uri="{FF2B5EF4-FFF2-40B4-BE49-F238E27FC236}">
                <a16:creationId xmlns:a16="http://schemas.microsoft.com/office/drawing/2014/main" id="{D01F53DC-66FA-42D2-876E-C5560C1B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33725"/>
            <a:ext cx="5476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连续两次停手，本轮无胜者，可重</a:t>
            </a:r>
          </a:p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开。</a:t>
            </a:r>
          </a:p>
        </p:txBody>
      </p:sp>
      <p:sp>
        <p:nvSpPr>
          <p:cNvPr id="29" name="body-2">
            <a:extLst xmlns:a="http://schemas.openxmlformats.org/drawingml/2006/main">
              <a:ext uri="{FF2B5EF4-FFF2-40B4-BE49-F238E27FC236}">
                <a16:creationId xmlns:a16="http://schemas.microsoft.com/office/drawing/2014/main" id="{97EB752F-894A-444D-822D-0865A4B3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210050"/>
            <a:ext cx="547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defRPr>
            </a:pPr>
            <a:r>
              <a:rPr sz="2400" b="0">
                <a:solidFill>
                  <a:srgbClr val="18231D"/>
                </a:solidFill>
                <a:latin typeface="Noto Sans SC"/>
                <a:ea typeface="Noto Sans SC"/>
                <a:cs typeface="Noto Sans SC"/>
              </a:rPr>
              <a:t>本轮不以面积分决定胜负。</a:t>
            </a:r>
          </a:p>
        </p:txBody>
      </p:sp>
    </p:spTree>
    <p:extLst>
      <p:ext uri="{BB962C8B-B14F-4D97-AF65-F5344CB8AC3E}">
        <p14:creationId xmlns:p14="http://schemas.microsoft.com/office/powerpoint/2010/main" val="2938927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2026-10-05T09:57:32.7700000Z</dcterms:created>
  <dcterms:modified xsi:type="dcterms:W3CDTF">2026-10-05T09:57:32.7700000Z</dcterms:modified>
</coreProperties>
</file>